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2b6ef780d84a1b" /><Relationship Type="http://schemas.openxmlformats.org/officeDocument/2006/relationships/extended-properties" Target="/docProps/app.xml" Id="Rc6626364d2f9433a" /><Relationship Type="http://schemas.openxmlformats.org/officeDocument/2006/relationships/officeDocument" Target="/ppt/presentation.xml" Id="R2b3ffd03ff9c4a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b0ff2d671341d2"/>
  </p:sldMasterIdLst>
  <p:notesMasterIdLst>
    <p:notesMasterId xmlns:r="http://schemas.openxmlformats.org/officeDocument/2006/relationships" r:id="R6fb583f0882f42bb"/>
  </p:notesMasterIdLst>
  <p:sldIdLst>
    <p:sldId xmlns:r="http://schemas.openxmlformats.org/officeDocument/2006/relationships" id="256" r:id="R03e91b4087f44ab9"/>
    <p:sldId xmlns:r="http://schemas.openxmlformats.org/officeDocument/2006/relationships" id="257" r:id="R8107d34ae3764c19"/>
    <p:sldId xmlns:r="http://schemas.openxmlformats.org/officeDocument/2006/relationships" id="258" r:id="Ra0ad41b2f9e74dc8"/>
    <p:sldId xmlns:r="http://schemas.openxmlformats.org/officeDocument/2006/relationships" id="259" r:id="Rd63e1475a6fc4bd8"/>
    <p:sldId xmlns:r="http://schemas.openxmlformats.org/officeDocument/2006/relationships" id="260" r:id="R1be3489dd9574b04"/>
    <p:sldId xmlns:r="http://schemas.openxmlformats.org/officeDocument/2006/relationships" id="261" r:id="Rf4bb29d6e8f94b8f"/>
    <p:sldId xmlns:r="http://schemas.openxmlformats.org/officeDocument/2006/relationships" id="262" r:id="R4bc9ee9e4bd54617"/>
    <p:sldId xmlns:r="http://schemas.openxmlformats.org/officeDocument/2006/relationships" id="263" r:id="Rde6c3c0ca0954d72"/>
    <p:sldId xmlns:r="http://schemas.openxmlformats.org/officeDocument/2006/relationships" id="264" r:id="R1ee5029516f54c9e"/>
    <p:sldId xmlns:r="http://schemas.openxmlformats.org/officeDocument/2006/relationships" id="265" r:id="Rbbee6e27a34347d0"/>
    <p:sldId xmlns:r="http://schemas.openxmlformats.org/officeDocument/2006/relationships" id="266" r:id="R1fbda79212434042"/>
    <p:sldId xmlns:r="http://schemas.openxmlformats.org/officeDocument/2006/relationships" id="267" r:id="Rc9bb108f2df34f6b"/>
    <p:sldId xmlns:r="http://schemas.openxmlformats.org/officeDocument/2006/relationships" id="268" r:id="Rbef46848ce4c4ec4"/>
    <p:sldId xmlns:r="http://schemas.openxmlformats.org/officeDocument/2006/relationships" id="269" r:id="R0c47c59647f44512"/>
    <p:sldId xmlns:r="http://schemas.openxmlformats.org/officeDocument/2006/relationships" id="270" r:id="R7843b99ffc324e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16e3ded57a44d8" /><Relationship Type="http://schemas.openxmlformats.org/officeDocument/2006/relationships/slideMaster" Target="/ppt/slideMasters/slideMaster1.xml" Id="R8ab0ff2d671341d2" /><Relationship Type="http://schemas.openxmlformats.org/officeDocument/2006/relationships/notesMaster" Target="/ppt/notesMasters/notesMaster1.xml" Id="R6fb583f0882f42bb" /><Relationship Type="http://schemas.openxmlformats.org/officeDocument/2006/relationships/presProps" Target="/ppt/presProps.xml" Id="R876ee3b692694bd5" /><Relationship Type="http://schemas.openxmlformats.org/officeDocument/2006/relationships/tableStyles" Target="/ppt/tableStyles.xml" Id="R0f3d8f9cc43342bf" /><Relationship Type="http://schemas.openxmlformats.org/officeDocument/2006/relationships/slide" Target="/ppt/slides/slide1.xml" Id="R03e91b4087f44ab9" /><Relationship Type="http://schemas.openxmlformats.org/officeDocument/2006/relationships/slide" Target="/ppt/slides/slide2.xml" Id="R8107d34ae3764c19" /><Relationship Type="http://schemas.openxmlformats.org/officeDocument/2006/relationships/slide" Target="/ppt/slides/slide3.xml" Id="Ra0ad41b2f9e74dc8" /><Relationship Type="http://schemas.openxmlformats.org/officeDocument/2006/relationships/slide" Target="/ppt/slides/slide4.xml" Id="Rd63e1475a6fc4bd8" /><Relationship Type="http://schemas.openxmlformats.org/officeDocument/2006/relationships/slide" Target="/ppt/slides/slide5.xml" Id="R1be3489dd9574b04" /><Relationship Type="http://schemas.openxmlformats.org/officeDocument/2006/relationships/slide" Target="/ppt/slides/slide6.xml" Id="Rf4bb29d6e8f94b8f" /><Relationship Type="http://schemas.openxmlformats.org/officeDocument/2006/relationships/slide" Target="/ppt/slides/slide7.xml" Id="R4bc9ee9e4bd54617" /><Relationship Type="http://schemas.openxmlformats.org/officeDocument/2006/relationships/slide" Target="/ppt/slides/slide8.xml" Id="Rde6c3c0ca0954d72" /><Relationship Type="http://schemas.openxmlformats.org/officeDocument/2006/relationships/slide" Target="/ppt/slides/slide9.xml" Id="R1ee5029516f54c9e" /><Relationship Type="http://schemas.openxmlformats.org/officeDocument/2006/relationships/slide" Target="/ppt/slides/slide10.xml" Id="Rbbee6e27a34347d0" /><Relationship Type="http://schemas.openxmlformats.org/officeDocument/2006/relationships/slide" Target="/ppt/slides/slide11.xml" Id="R1fbda79212434042" /><Relationship Type="http://schemas.openxmlformats.org/officeDocument/2006/relationships/slide" Target="/ppt/slides/slide12.xml" Id="Rc9bb108f2df34f6b" /><Relationship Type="http://schemas.openxmlformats.org/officeDocument/2006/relationships/slide" Target="/ppt/slides/slide13.xml" Id="Rbef46848ce4c4ec4" /><Relationship Type="http://schemas.openxmlformats.org/officeDocument/2006/relationships/slide" Target="/ppt/slides/slide14.xml" Id="R0c47c59647f44512" /><Relationship Type="http://schemas.openxmlformats.org/officeDocument/2006/relationships/slide" Target="/ppt/slides/slide15.xml" Id="R7843b99ffc324e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3344a367cd48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b051c514c24734" /><Relationship Type="http://schemas.openxmlformats.org/officeDocument/2006/relationships/notesMaster" Target="/ppt/notesMasters/notesMaster1.xml" Id="Rfff0c2fce9ad4d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a94daa489247ad" /><Relationship Type="http://schemas.openxmlformats.org/officeDocument/2006/relationships/notesMaster" Target="/ppt/notesMasters/notesMaster1.xml" Id="Rc7980348950545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7f8e10cb5346cd" /><Relationship Type="http://schemas.openxmlformats.org/officeDocument/2006/relationships/notesMaster" Target="/ppt/notesMasters/notesMaster1.xml" Id="R68507a10d0014b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b2171afb154c8f" /><Relationship Type="http://schemas.openxmlformats.org/officeDocument/2006/relationships/notesMaster" Target="/ppt/notesMasters/notesMaster1.xml" Id="R587841f215eb4b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da711233bf45c6" /><Relationship Type="http://schemas.openxmlformats.org/officeDocument/2006/relationships/notesMaster" Target="/ppt/notesMasters/notesMaster1.xml" Id="R1b43fad5334449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1301eff3da46a8" /><Relationship Type="http://schemas.openxmlformats.org/officeDocument/2006/relationships/notesMaster" Target="/ppt/notesMasters/notesMaster1.xml" Id="R1cae98090e9e47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81035f49414eab" /><Relationship Type="http://schemas.openxmlformats.org/officeDocument/2006/relationships/notesMaster" Target="/ppt/notesMasters/notesMaster1.xml" Id="R78ff76555c6648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2cd488640b4c55" /><Relationship Type="http://schemas.openxmlformats.org/officeDocument/2006/relationships/notesMaster" Target="/ppt/notesMasters/notesMaster1.xml" Id="R0c1951f16a714f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ee4266102f49bc" /><Relationship Type="http://schemas.openxmlformats.org/officeDocument/2006/relationships/notesMaster" Target="/ppt/notesMasters/notesMaster1.xml" Id="R4cd09e27f1c640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c7c568b870473e" /><Relationship Type="http://schemas.openxmlformats.org/officeDocument/2006/relationships/notesMaster" Target="/ppt/notesMasters/notesMaster1.xml" Id="Ra9db316b195a4c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bba6cf0d8c4199" /><Relationship Type="http://schemas.openxmlformats.org/officeDocument/2006/relationships/notesMaster" Target="/ppt/notesMasters/notesMaster1.xml" Id="R224eacab1efc44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f9089bb2b64f55" /><Relationship Type="http://schemas.openxmlformats.org/officeDocument/2006/relationships/notesMaster" Target="/ppt/notesMasters/notesMaster1.xml" Id="R1d4623fe847149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a3795a237a4c03" /><Relationship Type="http://schemas.openxmlformats.org/officeDocument/2006/relationships/notesMaster" Target="/ppt/notesMasters/notesMaster1.xml" Id="R5b3238ec642d41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3ebc1719724432" /><Relationship Type="http://schemas.openxmlformats.org/officeDocument/2006/relationships/notesMaster" Target="/ppt/notesMasters/notesMaster1.xml" Id="Ra650291bf74249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d590375ddcd44c7" /><Relationship Type="http://schemas.openxmlformats.org/officeDocument/2006/relationships/notesMaster" Target="/ppt/notesMasters/notesMaster1.xml" Id="R279af040c23845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도입 약 8초. 2학기 개발 성과와 10월 1일 사하구청 현장 피드백을 중심으로 발표하겠습니다.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PANG3는 방문지 관리부터 보고서 작성까지 외근의 흐름을 하나로 연결합니다. 기능 소개는 짧게 마치고 2학기 결과로 넘어갑니다.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18초. 1학기에 기본 업무 흐름을 구성하는 9개 기능의 MVP를 완성했습니다. 이번 학기에는 현장 사용성과 협업 기능을 보강했습니다.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21초. 8월에는 현장 기록, 9월에는 그룹과 업무 관리, 10월에는 경로 안내와 서비스 화면을 개선했습니다. 월 구분은 발표를 위한 분류입니다.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23초. 사진과 위치도를 현장에서 바로 편집하고, 음성 인식으로 메모를 입력할 수 있도록 기록 절차를 보강했습니다.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25초. 그룹을 만들고 구성원을 초대하는 기능, 행정동 경계와 업무 현황 지도, 완료 기록을 관리하는 대시보드를 추가했습니다.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25초. 도보 경로와 건물 출입구를 활용해 도착 지점을 개선했습니다. 버스 정류장과 AED 정보를 연동하고, 지도 중심으로 화면 흐름을 다시 구성했습니다.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35초. 10월 1일 사하구청 미팅에서 화면 간소화, 위치 정확도, 협업 방식, 데이터 일괄 등록, 공공데이터의 한계, 플랫폼과 저장 방식에 대한 의견을 받았습니다.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네 항목은 해결했고 일괄 등록·공유와 공공시설물 데이터는 아직 남아 있습니다. 다음 장부터 반영한 네 가지 내용을 보여드리겠습니다.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24초. 기존에는 화면 이동과 등록 단계가 많았습니다. 지도 화면을 중심으로 재구성하고 좌표 표시를 빼서 필요한 작업에 집중하도록 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23초. 지도 터치만으로 위치가 바로 결정되던 방식에서 중앙 포인터 방식으로 바꿨습니다. 지도를 이동하면서 세부 위치를 조정할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25초. 팀장이 모든 방문지를 개별 배정하는 흐름을 줄이고, 각자의 업무를 관리하면서 필요한 건을 이관하도록 바꿨습니다. 행정동 단위 관리도 반영했습니다.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22초. 모바일 중심으로 제공하던 서비스를 웹 환경으로 넓혔습니다. 보고서를 기기에서 내려받고 저장하는 흐름도 개선했습니다.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25초. 남은 일괄 등록과 시설물 데이터, 알림 기능을 마무리합니다. 이어서 전체 현장 업무를 시뮬레이션하고 담당자 의견과 테스트 결과를 반영해 출시를 준비하겠습니다.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1분 30초 시연. 방문지를 등록하고 경로를 최적화한 뒤 현장 업무를 처리합니다. 보고서를 확인하고 그룹 업무 관리 화면으로 마무리합니다.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9469a5ff54f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c8ab7fc3124a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6d133b566f499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5ee3f5903c4d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8c67f30c2449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873da4e55d41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C60CAF-A646-4092-806A-D95AA1A56E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B9A30E4-8657-4BC8-BAD1-F0424541A2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B66EB56-3326-4F75-B263-FD055C80DB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1FD7EF-D742-4E42-9601-583FE772B8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641B28-8FE1-492F-9876-CFCA0653F6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9D6D56-BB83-41C9-B269-73B1C7E622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C4E0C0-8710-4E59-ABFC-6160F48693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BD0B548-63A0-4177-A2E9-F97F746435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678E43-E4E6-47E1-987C-E8408BDFD9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D9EFDB-5296-469A-A311-9E82253A92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2e8cf80ffd4fcf" /><Relationship Type="http://schemas.openxmlformats.org/officeDocument/2006/relationships/slideLayout" Target="/ppt/slideLayouts/slideLayout1.xml" Id="Rbd10df7f40234820" /><Relationship Type="http://schemas.openxmlformats.org/officeDocument/2006/relationships/slideLayout" Target="/ppt/slideLayouts/slideLayout2.xml" Id="R0a82425e8e3f4953" /><Relationship Type="http://schemas.openxmlformats.org/officeDocument/2006/relationships/slideLayout" Target="/ppt/slideLayouts/slideLayout3.xml" Id="Rc924338d7fbc4b98" /><Relationship Type="http://schemas.openxmlformats.org/officeDocument/2006/relationships/slideLayout" Target="/ppt/slideLayouts/slideLayout4.xml" Id="Rf52a7bab5b724064" /><Relationship Type="http://schemas.openxmlformats.org/officeDocument/2006/relationships/slideLayout" Target="/ppt/slideLayouts/slideLayout5.xml" Id="R59e6c5d3a0a44ecf" /><Relationship Type="http://schemas.openxmlformats.org/officeDocument/2006/relationships/slideLayout" Target="/ppt/slideLayouts/slideLayout6.xml" Id="Rb94e7d31b6b84a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10df7f40234820"/>
    <p:sldLayoutId xmlns:r="http://schemas.openxmlformats.org/officeDocument/2006/relationships" id="2147483650" r:id="R0a82425e8e3f4953"/>
    <p:sldLayoutId xmlns:r="http://schemas.openxmlformats.org/officeDocument/2006/relationships" id="2147483651" r:id="Rc924338d7fbc4b98"/>
    <p:sldLayoutId xmlns:r="http://schemas.openxmlformats.org/officeDocument/2006/relationships" id="2147483652" r:id="Rf52a7bab5b724064"/>
    <p:sldLayoutId xmlns:r="http://schemas.openxmlformats.org/officeDocument/2006/relationships" id="2147483653" r:id="R59e6c5d3a0a44ecf"/>
    <p:sldLayoutId xmlns:r="http://schemas.openxmlformats.org/officeDocument/2006/relationships" id="2147483654" r:id="Rb94e7d31b6b84a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c6bcbb07ac473e" /><Relationship Type="http://schemas.openxmlformats.org/officeDocument/2006/relationships/notesSlide" Target="/ppt/notesSlides/notesSlide1.xml" Id="R2a9c8e2888ad4c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a89df1dbae4db2" /><Relationship Type="http://schemas.openxmlformats.org/officeDocument/2006/relationships/notesSlide" Target="/ppt/notesSlides/notesSlide2.xml" Id="Raa7a09c128474b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3095ff13ff4d94" /><Relationship Type="http://schemas.openxmlformats.org/officeDocument/2006/relationships/notesSlide" Target="/ppt/notesSlides/notesSlide3.xml" Id="R014982bab80e4e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429868f07e4a25" /><Relationship Type="http://schemas.openxmlformats.org/officeDocument/2006/relationships/notesSlide" Target="/ppt/notesSlides/notesSlide4.xml" Id="R22ba4e83d3ab4c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67ead48c5f4fe7" /><Relationship Type="http://schemas.openxmlformats.org/officeDocument/2006/relationships/notesSlide" Target="/ppt/notesSlides/notesSlide5.xml" Id="R87ae76abc13443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4d42d9bb2f447e" /><Relationship Type="http://schemas.openxmlformats.org/officeDocument/2006/relationships/notesSlide" Target="/ppt/notesSlides/notesSlide6.xml" Id="R97685d80492b4b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60d6b0c76a4582" /><Relationship Type="http://schemas.openxmlformats.org/officeDocument/2006/relationships/notesSlide" Target="/ppt/notesSlides/notesSlide7.xml" Id="R03698368ef8e45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d523ceca9b4cd8" /><Relationship Type="http://schemas.openxmlformats.org/officeDocument/2006/relationships/notesSlide" Target="/ppt/notesSlides/notesSlide8.xml" Id="Rb902c90c4c4e47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e600ca90a04145" /><Relationship Type="http://schemas.openxmlformats.org/officeDocument/2006/relationships/notesSlide" Target="/ppt/notesSlides/notesSlide9.xml" Id="Rfd65e22bac684e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29b799307b44bb" /><Relationship Type="http://schemas.openxmlformats.org/officeDocument/2006/relationships/notesSlide" Target="/ppt/notesSlides/notesSlide10.xml" Id="R430e212d8c6146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4d0d2bf96748fd" /><Relationship Type="http://schemas.openxmlformats.org/officeDocument/2006/relationships/notesSlide" Target="/ppt/notesSlides/notesSlide11.xml" Id="R52ef4c904de041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044a91b3444b09" /><Relationship Type="http://schemas.openxmlformats.org/officeDocument/2006/relationships/notesSlide" Target="/ppt/notesSlides/notesSlide12.xml" Id="R720d6edf081f4e7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96a96d181545ae" /><Relationship Type="http://schemas.openxmlformats.org/officeDocument/2006/relationships/notesSlide" Target="/ppt/notesSlides/notesSlide13.xml" Id="Rea4ee5947f7544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557412a9374c63" /><Relationship Type="http://schemas.openxmlformats.org/officeDocument/2006/relationships/notesSlide" Target="/ppt/notesSlides/notesSlide14.xml" Id="Rbe090184ebad43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7e1105eba0466b" /><Relationship Type="http://schemas.openxmlformats.org/officeDocument/2006/relationships/notesSlide" Target="/ppt/notesSlides/notesSlide15.xml" Id="R1f734ce4142e4b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0CDE1-C41F-4CB4-ABA1-533938F5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07A6B-3A86-45D5-A268-4827EFF9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8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58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PANG3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086E5-ADB4-4A90-814B-9C054DD0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6F3EB-29BB-4BBE-81D1-54B0B0A8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2026년 2학기 중간발표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D7EFC-6FFC-4738-AE61-62EA0C5F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147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지도 기반 사하구 외근 도우미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E217D-F36A-426F-BE48-0A5D3040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625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개발 성과 · 현장 피드백 · 개선 결과 · 향후 계획</a:t>
            </a:r>
          </a:p>
        </p:txBody>
      </p:sp>
    </p:spTree>
    <p:extLst>
      <p:ext uri="{BB962C8B-B14F-4D97-AF65-F5344CB8AC3E}">
        <p14:creationId xmlns:p14="http://schemas.microsoft.com/office/powerpoint/2010/main" val="21092090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6E26C1-4ABB-420A-A749-2E825A32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D3513-6A1F-4F20-9470-854BC6B6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지도 기반 사하구 외근 도우미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326AC-5083-43FC-AE82-B2E84114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69017-3CAE-48CE-B4FD-5EA151CC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서비스 소개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2A765-C343-448A-A503-570D2BED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5B52E-362D-4AD7-87CC-EA418CAD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업무의 전 과정을 하나로 연결하는 통합 관리 서비스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36473-6700-49EB-92C8-9840F3C1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2670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54217-156C-40D3-B2F6-A855BB7E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방문지 관리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B27DA-A7F1-4B20-95F1-84701B80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95550"/>
            <a:ext cx="32670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3F20D-CCB6-4E15-A61C-C9752D35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676525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경로 최적화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3814E-6C2D-42F9-BB5A-07C389F0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32670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B7EED-66AC-4A13-A86A-27CEF5BC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업무 처리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3217F-9039-4BDB-B382-F52C00F5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686175"/>
            <a:ext cx="32670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619A7-9F34-412D-A678-E308B663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867150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보고서 작성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6635E5-1277-4CA5-818D-D1EEEEE7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38275"/>
            <a:ext cx="25717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94D2A-80C2-4B5B-88BD-FFA88479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909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지도 화면 삽입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2A2F52-9A70-41A6-88E3-D0B04F38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외근 계획  →  현장 방문  →  업무 처리  →  결과 보고</a:t>
            </a:r>
          </a:p>
        </p:txBody>
      </p:sp>
    </p:spTree>
    <p:extLst>
      <p:ext uri="{BB962C8B-B14F-4D97-AF65-F5344CB8AC3E}">
        <p14:creationId xmlns:p14="http://schemas.microsoft.com/office/powerpoint/2010/main" val="16843894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EDE726-95CB-4583-8CB6-65E1791C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F2A09-E91B-473B-9DF6-97099C36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1학기 MVP 구현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8FD89-0669-48C9-A00B-8A151877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5E72D-7225-4524-917A-2F8CCDA0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1학기 구현 성과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26FFA-F709-4BD8-A636-F005BD61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40600-B2CB-4842-89F0-74D5AFFF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F0506-41A3-482C-8B6B-50B96996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525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5FB22-2F3D-47F5-A9DD-196B2740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05000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로그인 및 회원가입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3E10D-177B-4B14-9BB5-DA962806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81125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A4E83-E4E8-4067-A7F5-81C64373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525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81DDA-A455-4CFF-9DBE-759ACE9D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05000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지도 기반 방문지 추가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E78E7-8264-4D10-9143-7DEC6622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81125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D325E-7740-479F-B7CC-353BC48D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5525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898BE-C261-4D82-BD90-4AF690AD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905000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목적지 리스트 관리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D3652D-5036-42DB-B380-1B48A21F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CD30C-0A46-4C08-A856-20F8ED91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051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F55F3A-192B-46E6-BD32-779FBF95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5757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다중 목적지 경로 최적화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FFA490-BE03-4700-BA22-46693F5D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33700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A70C02-BAB2-460C-BC69-11F4EBC0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051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DA9AF1-CEF0-48F3-AC7E-7E1641B7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5757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차량·도보 경로 안내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435052-0EAA-48E1-850E-B37B894D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33700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E95471-0E0D-4E82-82A4-31686087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1051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E27D18-5A52-4294-AB44-EE7796F7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5757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도착 후 작업 시작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8077C1-9200-494B-A85A-1F9CB5E7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3E7A3-143E-4C82-B06D-9A1740FD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577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145F4D-786B-4670-9CF3-02F7AAD6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0150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작업 상태 실시간 변경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806CD2-50E9-4CA1-9DFD-2D493590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86275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343B01-A196-439B-BA09-9D156CF4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577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A89BC9-2489-41EF-A07F-0080A3B2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10150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사진·메모 입력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80FB6B-4327-4195-8943-EBFD16E5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86275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9AA209-BF74-4D5D-BB4A-34307F8D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6577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7D909B-2823-4C79-804C-9B948112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010150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보고서 생성</a:t>
            </a:r>
          </a:p>
        </p:txBody>
      </p:sp>
    </p:spTree>
    <p:extLst>
      <p:ext uri="{BB962C8B-B14F-4D97-AF65-F5344CB8AC3E}">
        <p14:creationId xmlns:p14="http://schemas.microsoft.com/office/powerpoint/2010/main" val="3530401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1AFEFE-634E-4EA4-ACDD-AF59E992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675F5-B188-4999-82CC-BA1CE85C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2학기 주요 개발 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38CE5-713D-467F-BBF3-DE7859F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D3EB8-5024-4C5D-B12E-029632D8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8월부터 10월까지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B7D22-A1A1-45AD-A8AF-F2FCDF75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4ABDD-76C6-4BE1-8514-5E42FC31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3486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3B55F-4B5E-4819-B1EE-3CBFB3AF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733550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8월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73006-3288-46DB-AB53-517FEE04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19350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기록 기능 고도화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2F3CC-1534-4A64-90CE-78096295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670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F5CF4-37FC-460A-ADE9-A27F0EEE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90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BFDE9-DA12-43C1-931C-1B581F64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4861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사진 편집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7C07E-0926-4927-BAA0-AD64C1C1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62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71775-FC33-4D68-9DF9-768C0CF5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576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위치도 편집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49F6A-DC00-434B-8732-B2B06C25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33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F88292-7B62-44D8-873F-1721526A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291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음성 입력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051B7-5007-40A4-A74B-6B149523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85900"/>
            <a:ext cx="3486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D75A9B-10C1-4EFE-BBAE-3917CE3B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733550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9월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FFE454-C6AE-40E6-91E5-F521C5C0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19350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그룹 협업 및 업무 관리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95089F-2878-4302-9705-3DD3E966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670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E7686-FEBE-49D6-826F-2E3E3250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590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A4875-65D6-4B6E-A711-9987B561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4861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그룹 생성·초대·업무 관리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87F69F-EDEE-404F-AABC-D45BB367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62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BA0176-F23D-4BCA-BB4A-556D89EF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0576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행정동 경계·업무 현황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D70ED2-FA3A-43A7-B237-7B3610AE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33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1948DB-2118-440E-BEEE-1052F185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6291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대시보드·업무 데이터 관리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6643E5-6F16-4B5B-85EB-D2A87BB0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85900"/>
            <a:ext cx="3486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9687FD-DBB1-427E-8C18-1553B346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733550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10월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A6C6E6-5E54-4956-BA19-B4CACB24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419350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경로 안내 및 서비스 개선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3BCA28-4F16-49C8-8F4D-AE220F99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2670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DDD7B0-F653-4BBB-AB9B-1E80C000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590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A1D709-930B-44AA-98AC-45F797B8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4861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경로 안내 개선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FEAC1D-C967-4852-B7ED-F7B792F8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162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2A97C3-8B43-46A7-A7B3-C1AE0F0C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0576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공공데이터 연동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D1BF4A-4314-47D1-B8D5-4EF53C0A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733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109488-2C15-4FEA-A80C-3706CD89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6291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UI/UX 개선</a:t>
            </a:r>
          </a:p>
        </p:txBody>
      </p:sp>
    </p:spTree>
    <p:extLst>
      <p:ext uri="{BB962C8B-B14F-4D97-AF65-F5344CB8AC3E}">
        <p14:creationId xmlns:p14="http://schemas.microsoft.com/office/powerpoint/2010/main" val="17136801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362CB8-333A-4F6B-8EDC-F894E8C5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FD056-6FBD-436F-B152-5235E678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8월 — 현장 기록 기능 고도화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2E72B-49B8-4C0F-BD92-C8273DB9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7B613-19F3-4A4E-8A57-42A084BF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2학기 개발 성과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8154E-C591-4674-B091-A89A185D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BAD86-0032-497C-9CB0-615BBD15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사진 편집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F48FF-A597-4371-9B77-085B6A01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EBA43-6987-4A4D-9F0E-37AA8F0D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19E71-1D3F-41EF-A935-7D2A00C0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사진 회전·크롭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B1AEE-994D-49DF-9965-3A4CB585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1362F-0DF5-4A91-A5C5-4772230A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빨간펜 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193AF-A8FB-4DAA-BA31-BF2CC336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8A57A9-791B-443C-97AA-0B198750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71D72-C840-4630-A950-AA98ADA7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위치도 편집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820B8-79A4-432D-92C6-3B22CDC5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C1ACA-5FF1-4652-B092-F069F1E6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7C9A17-8CB6-4817-A8B8-4E19CBA6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위치도 수정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B1B930-988E-44BB-90CE-2721517E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E95B9-F779-45CC-B2FC-7B925E6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문제 위치 표시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486897-F081-4AB1-83EB-ACA0FED9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40C683-1816-4060-B006-6838EBD1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44083A-0759-405B-A717-45E8D768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음성 입력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D77519-1018-46F9-860B-8F96B94F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39D980-C6E9-499D-9C0A-A1B96CCC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C18AD6-5D39-4E0D-939D-1563BD62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음성 인식 기반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CD5C71-149D-4FE8-AF13-62DBF458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943D14-96B0-40DA-8736-B552C7C0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현장 메모 입력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55F387-9F71-41B2-969D-1B196FD8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EBE4F4-2E4E-410F-8366-D25A3D58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</p:spTree>
    <p:extLst>
      <p:ext uri="{BB962C8B-B14F-4D97-AF65-F5344CB8AC3E}">
        <p14:creationId xmlns:p14="http://schemas.microsoft.com/office/powerpoint/2010/main" val="2505259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7916CD-3B79-49FE-834F-78407638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32C33-ACEB-492E-A801-41CC2BCF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9월 — 그룹 협업 및 업무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51558-420B-476E-8769-6AA5EEA0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03CD3-58CA-45E4-93C8-A2CE2F77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2학기 개발 성과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4F9F3-1D22-4BC7-9854-4F341DE7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76CDB-0C12-4E96-AAB8-27667B41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그룹 생성·업무 관리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F3886-7F91-416D-A697-F9284859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3E979-AB2C-46A3-BF19-43243973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93B34-4E3A-4B84-8E1C-3ECF4F6E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구성원 초대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346EA-F303-4550-9291-CF08C792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890B0-2816-4840-A79F-2BCBE0D7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방문지 배정·업무 이관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20041A-AAC2-4719-A7A3-E5637617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B8168-A498-45FF-B1FD-6B6628C5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704A2-3E63-4EA5-B38E-6CA57750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행정동·업무 현황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D6F33-6F2C-4E44-B6C8-00B852D2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3113C-E80E-48B3-9347-B69D30A9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5D5231-51B4-4C75-B9C6-A217436A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SGIS 행정동 경계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366FB9-ED4C-424A-8B7F-D57479D8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8C001C-6F46-4E8E-BB64-E7007691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개인·그룹별 현황 지도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3A1F74-2700-4717-B1C5-F1A5EDE5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36E21F-576F-4837-B420-664331A2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E1F106-52CB-49F2-BF6E-0F7ACE2D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대시보드·데이터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265604-D434-4B2A-99A4-455CB735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2B11FF-3A31-45D0-B5FA-9605F01E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4CF8CA-5558-4D90-ADCE-08ED6F80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개인·그룹별 업무 현황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CE35F8-9C76-4A0C-B2CC-C09B943D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D343ED-8A5A-4F8C-8478-3A4AA081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완료 기록·업무 데이터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F2B81D-37E1-4AB4-B19D-86687A93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BC941B-022E-4BCF-80DF-869A6C35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</p:spTree>
    <p:extLst>
      <p:ext uri="{BB962C8B-B14F-4D97-AF65-F5344CB8AC3E}">
        <p14:creationId xmlns:p14="http://schemas.microsoft.com/office/powerpoint/2010/main" val="492502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21C639-4FA2-48C4-8842-6AA7BDF6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95608-1DE8-4B7C-B0AD-46A9FB31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10월 — 경로 안내 및 서비스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84A0D-24EA-4CA6-9F86-02E8CCE8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F69C4-E279-44F1-ABA3-DA8B4F98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2학기 개발 성과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ADBDF-2883-4B2D-9B93-059517C6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25C52-40E2-4727-83DA-1C17E317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경로 안내 개선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23EEF-D155-42D6-B444-115DDFEC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5EACD-6D67-4C1B-901C-3DE2DC10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E3CFD-A937-4E6E-A5BC-75026BC1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Kakao 도보 경로 연동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71F41-1712-4EBB-AF47-999FFF44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0780A-DB18-4A8E-8201-44BDDBCD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출입구 기반 도착 지점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23B9E-4272-4CD4-973E-13F5635D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072554-0F79-4D96-A8A1-5BB11B78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E077A-5D46-4AFA-B772-7ECE4982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공공데이터 연동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3C801A-BB93-4307-BDB7-A9D38D38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B42B4-6FF7-4F51-BC19-D9DD1AB8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31750C-21AB-428B-8A8B-7B43EAE6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버스 정류장·AED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2AE8D-B01C-411A-B53D-213C8116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D3E4EE-6B4E-46CA-84D2-64271B65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부산 건물 출입구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AADA4D-31D7-48E0-87D9-A0F64B16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61A880-F809-4A65-BAB4-556137CE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49926E-5DA2-4924-83FA-7DDE6DB6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UI/UX 개선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B8FA32-3EFD-4622-A3DB-BFF22504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98D61C-3FA0-43EE-9E94-4D4D18F2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525087-A7C6-4E6F-890F-E66B21DF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지도 중심 화면 개편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19AB55-BF27-424A-A97E-86C25346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B69D6B-3EE2-4359-8652-55B58672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등록·현장 작업 흐름 개선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B9706A-6FE3-40FF-8001-762997CF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09CC17-2303-452B-89DF-C747B6A6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</p:spTree>
    <p:extLst>
      <p:ext uri="{BB962C8B-B14F-4D97-AF65-F5344CB8AC3E}">
        <p14:creationId xmlns:p14="http://schemas.microsoft.com/office/powerpoint/2010/main" val="1080770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FBD392-F9A2-4326-9977-FE5394C9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FBF41-44C0-443B-ADEA-F0708C7E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사하구청 현장 미팅 주요 피드백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22124-39B0-4959-9AB0-B2077C14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5DFDD-9955-4013-8C4C-66C7009F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2026년 10월 1일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53A99-1506-4C9F-93D6-8EAE7BEE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DD2B7-2F27-40A6-917E-07F79D65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5219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A62D6-D026-4BD7-B93D-A8E1DF40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B1477-D441-4DD3-B3F6-F7806829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4524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UI/UX 간소화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0428D-31CE-4FA3-A96B-39E85F85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90700"/>
            <a:ext cx="4895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클릭 감소 · 지도 중심 · 위도·경도 제거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6DF0D-A6B2-45F9-9F86-65D5B3C1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304925"/>
            <a:ext cx="5219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16218-66EC-431D-84D6-C01A3D63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287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32399-DF47-4F74-A77D-7580BB46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428750"/>
            <a:ext cx="4524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위치 등록 정확도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35F5F1-BA53-4C34-AD86-43BE99FB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4895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터치 즉시 지정 한계 · 핀 위치 정밀 조정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B62087-5AB7-4D62-9182-7D12BEA6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5219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87361A-823E-4015-B5D0-B7523037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1EC66-1E68-424C-833A-A03CA41D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76525"/>
            <a:ext cx="4524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그룹·업무 협업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94134-17B5-4FB5-8A8F-5B73594D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38475"/>
            <a:ext cx="4895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팀장 중심 배정 축소 · 개인 관리</a:t>
            </a:r>
          </a:p>
          <a:p xmlns:a="http://schemas.openxmlformats.org/drawingml/2006/main">
            <a:pPr algn="l">
              <a:def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지역별 업무 이관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A3CCDC-78F3-44ED-8B05-ECBF2B0F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52700"/>
            <a:ext cx="5219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C1CEB7-B4DD-4F4F-A1FC-33E23109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765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79DB65-54F4-4168-85DE-5802687F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76525"/>
            <a:ext cx="4524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일괄 등록·공유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667C65-2026-4D0C-A485-0B7E1738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38475"/>
            <a:ext cx="4895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엑셀 일괄 등록 · 사진 위치정보 활용</a:t>
            </a:r>
          </a:p>
          <a:p xmlns:a="http://schemas.openxmlformats.org/drawingml/2006/main">
            <a:pPr algn="l">
              <a:def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업무 데이터 가져오기·내보내기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60DEE-9CD3-4557-9439-786868D4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5219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E28CAE-C07F-4D3C-8C60-7A32195E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491C73-55B9-4A13-AF07-41E0DF9A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4524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공공데이터 한계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EFBAA8-FAEB-459A-81C6-0B24ACFC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86250"/>
            <a:ext cx="4895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제설함·아파트 내부 시설물 위치데이터 부족</a:t>
            </a:r>
          </a:p>
          <a:p xmlns:a="http://schemas.openxmlformats.org/drawingml/2006/main">
            <a:pPr algn="l">
              <a:def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사하구청 정비 후 활용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B87727-6F76-42DF-B46E-2CBD5D4E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800475"/>
            <a:ext cx="5219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F4F4DF-8AAF-4A7F-BFA1-E4AE4B26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24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07E009-B2C6-4547-BC89-FCC9529D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24300"/>
            <a:ext cx="4524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플랫폼·저장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C1CB8A-B199-4AF4-A25C-F2049639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86250"/>
            <a:ext cx="4895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모바일·웹 · 외부 서버 저장 최소화</a:t>
            </a:r>
          </a:p>
          <a:p xmlns:a="http://schemas.openxmlformats.org/drawingml/2006/main">
            <a:pPr algn="l">
              <a:def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보고서 로컬 다운로드·저장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350648-A7A6-47A5-90D6-2D180DC6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2552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2D0BB6-F4DD-4F57-9101-E7563BC3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현장 사진 삽입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49A580-E4E6-4FE4-843D-514BDCEE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000625"/>
            <a:ext cx="2552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BCFE27-0F40-455C-A90B-1E9AB701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3911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현장 사진 삽입</a:t>
            </a:r>
          </a:p>
        </p:txBody>
      </p:sp>
    </p:spTree>
    <p:extLst>
      <p:ext uri="{BB962C8B-B14F-4D97-AF65-F5344CB8AC3E}">
        <p14:creationId xmlns:p14="http://schemas.microsoft.com/office/powerpoint/2010/main" val="7991232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7EED24-82B9-44E1-B992-9AB2F756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FD93B-AA97-4FFF-B6FB-F92FFCF5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피드백 반영 현황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0926E-71EB-4BF9-B01E-4E293777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A97EC-4ADE-4CFA-A018-FA62975B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O 해결 · △ 진행 중 · X 미해결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B4EBF-4C1D-4757-93AF-5E2A533E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9B43F-64FB-4DA4-BD0A-2B05779E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34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98C82-9D0A-4650-AF2F-20E730D5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현장 피드백 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A86F1-105E-4CAA-82E3-BB217DF4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049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E92F7-3127-41C9-A1FF-37711DBE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C7E3D-F369-4320-BC08-803C4148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UI/UX 간소화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F20F3-E9F2-4905-8A51-6E7E91F9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4312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365FA0-C43E-46BB-B30B-AE2D309D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25DBA-3C57-4905-B439-B02D1DD6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위치 등록 정확도 개선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BDAD1-DE36-4565-BF9A-E734834F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7177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81DE73-6A47-4403-97CF-444CA236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26B54-861B-45FB-AAEC-2033698A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그룹 및 업무 협업 개선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BB63B7-5B15-4323-A28C-43CD9BCA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0042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673578-E0D1-4844-AC6E-E209F010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3DD048-627C-44FF-B053-F28E8717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방문지 일괄 등록 및 공유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62D04A-1DB2-405E-9E35-08356294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2907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9A525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9A5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A5252"/>
                </a:solidFill>
                <a:latin typeface="Malgun Gothic"/>
                <a:ea typeface="Malgun Gothic"/>
                <a:cs typeface="Malgun Gothic"/>
              </a:rPr>
              <a:t>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B98147-EDC5-4F1B-945A-C21DF09D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01BD47-4F19-42DE-B6D7-293C45F5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5772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공공데이터의 한계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B31A6C-37B1-4534-93B9-D27F9B8E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5772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9A525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9A5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A5252"/>
                </a:solidFill>
                <a:latin typeface="Malgun Gothic"/>
                <a:ea typeface="Malgun Gothic"/>
                <a:cs typeface="Malgun Gothic"/>
              </a:rPr>
              <a:t>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A18B26-DD71-4D43-B3FC-ABA056D3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E36380-E0B4-4D62-884D-094BDF79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플랫폼 및 저장 방식 개선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FC6089-2267-4741-B190-974FE02F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8637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5153697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46B796-004D-4EF1-8F44-E0F8E9D3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04361-E542-4A71-9782-F2FBD5F3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피드백 반영 ① UI/UX 간소화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0FD95-2FEA-405D-AD83-9B69E314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31D05-FE0E-4D8F-9069-6C99A4F2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사하구청 현장 피드백 반영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2A32E-31CE-43FE-83BC-A2A6ACE1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61CF7-8B15-47DC-A10C-A60C3409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B109C-CCDD-45F5-BF84-88B95EF7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546FC-053F-4DF8-AA37-23CE80AB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66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6FBB8-EB0C-4EBE-9E47-F5022CED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A53D4-050C-47D6-B14A-517A24DA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95875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4AC15-929A-4B3B-AEDC-DA57A07A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2788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영상 삽입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E82D1-8479-48BE-8191-26ED1CA4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5095875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4D3C7-F48E-43CC-86BC-EF91EDF6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2788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영상 삽입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D0C5A-2943-4E5A-BF9F-5B743BB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08741-013A-4EFA-AA6F-841296CF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복잡한 화면 이동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80CD37-7594-49AF-A7B1-8B2B34AF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12604-CB09-4567-9003-8D565229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054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여러 단계의 업무 등록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12CCD8-BAA3-49EC-8570-33583E00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F4D04-52DC-4F9F-A166-E54A94AF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01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로그인 후 지도 중심 화면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88A1A1-76A2-400D-AD00-62DFCEFD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D8EA4A-F5CA-429B-8E60-DC7C86E6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054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간소화된 업무 처리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945EAF-52B2-4D56-AC14-AA0BAB05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05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1F12D6-CB7F-4BF0-B021-91326068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0070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위도·경도 정보 제거</a:t>
            </a:r>
          </a:p>
        </p:txBody>
      </p:sp>
    </p:spTree>
    <p:extLst>
      <p:ext uri="{BB962C8B-B14F-4D97-AF65-F5344CB8AC3E}">
        <p14:creationId xmlns:p14="http://schemas.microsoft.com/office/powerpoint/2010/main" val="3507132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5FB50B-F8E4-4E8C-9CFF-8E18907E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A160F-0C5D-4D85-B25A-3C10A3EE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피드백 반영 ② 위치 등록 정확도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331BF-6664-4FA9-A369-4A7693C2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6EA78-FA6C-4FB5-9C14-A4E1EF57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사하구청 현장 피드백 반영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32E4E-EE92-49BA-B665-C871EE19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42DCF-C90A-4745-AD89-D83E401C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7C08F-A41B-4AD3-BD64-7B1C4CD8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2E5AF-00C0-41C8-A39F-74787398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66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32229-9208-4791-8BF1-917F4786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3F3F4-D9CA-4979-9CBC-ECFBD884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95875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F611D-3D50-4FCB-9C31-AD5202E9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2788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영상 삽입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99B6F-82D4-4FB6-9E5C-A7CFC92F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5095875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294AF-8A7A-44DB-A6F5-83E32C14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2788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영상 삽입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EBE6C-8775-4699-B26B-D9BF37CB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7E6DEB-3E54-4D32-B3CF-40753E6D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지도 터치 시 위치 즉시 지정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1B6BC-5479-4E6A-B0AC-7265C667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75FCA-1EFA-49A6-B0DB-6898FA1D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054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세부 위치 조정이 어려움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5F0AE-370E-4E94-9B4C-C162072B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A1F59B-38D5-463B-8DB0-A4A431A2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01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중앙 포인터로 위치 지정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F88CFC-4949-444A-9405-5D24313F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6F635B-9237-4478-842E-C7585A52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054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지도를 이동해 정밀하게 조정</a:t>
            </a:r>
          </a:p>
        </p:txBody>
      </p:sp>
    </p:spTree>
    <p:extLst>
      <p:ext uri="{BB962C8B-B14F-4D97-AF65-F5344CB8AC3E}">
        <p14:creationId xmlns:p14="http://schemas.microsoft.com/office/powerpoint/2010/main" val="5045569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9CCBEF-2617-4C50-B3BD-D3403EEE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B9D79-2E68-42F2-9174-DA0886CA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피드백 반영 ③ 그룹 협업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EC8AD-4016-4CE1-9502-5FD114BB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3987D-0968-48EE-BB9D-0DE11C18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사하구청 현장 피드백 반영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D8C8D-05A6-4323-8165-DAD36AC9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C4DF3-A163-4C2E-9B73-A5B61BFA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34C59-F0DB-4926-9331-2BDD661A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E7AF4-F862-43C5-AC3A-A2557A0E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66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AE26C-63A2-499F-9DF1-452C8F4E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9B3CC-9EA0-4421-932E-96F0AA55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95875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C7FC87-1FCF-46AB-9268-47FC7839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2788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영상 삽입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3B1C7-EDEB-4865-AEF3-55306889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5095875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685F0-099E-419F-B1A1-6D5451CC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2788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영상 삽입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E763C6-3CA7-4195-BC3B-2A2C29CE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3ACD9-158C-4EB2-8A77-279C3A32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팀장 중심 방문지 배정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B8650B-3E4E-4C31-A2ED-2456E04B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7C5C0-5E04-4B10-A413-DD7D7844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054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팀장이 구성원에게 개별 배정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545F2B-C792-4519-984E-58E1F6E8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6C987-AB0E-420C-A2C4-8D2BFF02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01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개인 중심 업무 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9548A5-8B19-4AC4-B9AE-7C84B902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B95923-AB1C-473A-8234-E9E5C654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054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필요한 업무를 구성원에게 이관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DEC73D-4E49-437F-BE65-6922C92B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05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E9E50B-F4CE-4BB8-A3DF-9D83E3B5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0070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행정동 단위 업무 관리</a:t>
            </a:r>
          </a:p>
        </p:txBody>
      </p:sp>
    </p:spTree>
    <p:extLst>
      <p:ext uri="{BB962C8B-B14F-4D97-AF65-F5344CB8AC3E}">
        <p14:creationId xmlns:p14="http://schemas.microsoft.com/office/powerpoint/2010/main" val="9663898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F7559-20EE-4C5C-85D3-12A5182E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F02B4-4734-4BFC-A5A8-015EED05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피드백 반영 ④ 플랫폼 및 저장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839B0-7BDC-4E6D-A1E7-714834D5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0DA99-E060-445D-964E-5D84E819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모바일 화면과 웹 화면 비교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62347-306C-40BD-A8B3-E6AFB12A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1A00E-7905-4753-8761-760789BE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C3AA4-C7C0-4ADA-8C67-74137C20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382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AFTER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CC751-9C46-46D5-A63B-16081111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90700"/>
            <a:ext cx="23812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24EC5-C4F4-481C-A40D-53DC4B19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4099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모바일 앱 사진 삽입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F129CA-1613-4F91-9B05-8BAC2D29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0958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140E6-8438-4E44-9826-D29DBB56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95625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웹 실행 화면 삽입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B825B-C476-4622-83FD-AC9B8DF1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모바일 중심 서비스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1A75A-4F30-414C-B837-A560EE42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530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웹 환경으로 서비스 확장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670AF-8749-476B-BDCF-790557ED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86375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보고서 로컬 다운로드·저장 방식 개선</a:t>
            </a:r>
          </a:p>
        </p:txBody>
      </p:sp>
    </p:spTree>
    <p:extLst>
      <p:ext uri="{BB962C8B-B14F-4D97-AF65-F5344CB8AC3E}">
        <p14:creationId xmlns:p14="http://schemas.microsoft.com/office/powerpoint/2010/main" val="20220205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6D9C66-7202-4A91-9BCE-52E58AEB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6698C-8386-4F61-A6A4-A5059884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기말발표까지의 개발 및 검증 계획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EF0DB-ECF9-413A-BD8C-BF02FBEC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7B936-2E7C-4BC4-97D3-B657126A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AAEA2-1DE5-446C-B323-87E70D6F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6B86F-49F3-4D25-B8E9-9BBEB9E7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5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AA3E6-98CA-4284-BA3E-EDC79D0F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5C480-A10A-415E-9714-C4B19D88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495425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미완료 피드백 반영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14B2E-0A41-4AA6-BB10-6CBE28E4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866900"/>
            <a:ext cx="957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일괄 등록·공유 · 공공시설물 데이터 · 알림 기능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1342F-2CAB-469F-9208-5B74C0B4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95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DA6D3-BEC7-451A-B508-B1A52D77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F1BEE5-447E-4B33-B006-C3EE2E0C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8605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실제 현장 업무 시뮬레이션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25D36-CF6D-4374-A98F-D91B0B81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57525"/>
            <a:ext cx="957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방문지 등록 · 경로 최적화 · 방문·처리 · 보고서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892BF-DB9F-4D23-BE2C-82C6E9D0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5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0EE92C-845C-4C45-B949-090DFF76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85B700-1706-43DF-9540-E41D2F9D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76675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최종 피드백 반영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E9D7D-E820-49A4-B532-F9F6FB9E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48150"/>
            <a:ext cx="957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결과 점검 · 현장 담당자 피드백 · 오류·사용성 개선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0B9DF-8C72-4AC0-AADD-C8BDC213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5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697940-2D88-461D-A172-57A706FE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61156E-50B3-4C17-9546-F9FDC4F1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673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앱 출시 준비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7DFBF1-AC6E-4326-9E07-8C9979DF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38775"/>
            <a:ext cx="957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안정화 · 최종 테스트 · 배포 환경 점검</a:t>
            </a:r>
          </a:p>
        </p:txBody>
      </p:sp>
    </p:spTree>
    <p:extLst>
      <p:ext uri="{BB962C8B-B14F-4D97-AF65-F5344CB8AC3E}">
        <p14:creationId xmlns:p14="http://schemas.microsoft.com/office/powerpoint/2010/main" val="11254136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19424-A156-4149-A679-DC16307A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4365E-4FA9-4C7A-822F-ED6F0182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PANG3 실제 앱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672BD-B36D-49C7-A6C4-2A0AA60A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D1710-04B6-42AF-AB4C-5B1BD9A9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시연 시간 1분 30초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43EF2-372D-4C54-AADB-C84EF34B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A3860-FA58-4CDF-9DCC-FB07CDD0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04925"/>
            <a:ext cx="8191500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DFBF3-3968-43F4-BD3B-ACB953BB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76625"/>
            <a:ext cx="796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시연 영상 또는 화면 삽입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944EE-925D-4EC4-8A6C-A840BE7B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방문지 등록   →   경로 최적화   →   현장 업무 처리   →   보고서 확인   →   그룹 업무 관리</a:t>
            </a:r>
          </a:p>
        </p:txBody>
      </p:sp>
    </p:spTree>
    <p:extLst>
      <p:ext uri="{BB962C8B-B14F-4D97-AF65-F5344CB8AC3E}">
        <p14:creationId xmlns:p14="http://schemas.microsoft.com/office/powerpoint/2010/main" val="53125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2026-10-08T13:59:47.4510000Z</dcterms:created>
  <dcterms:modified xsi:type="dcterms:W3CDTF">2026-10-08T13:59:47.4510000Z</dcterms:modified>
</coreProperties>
</file>