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e6047172604e56" /><Relationship Type="http://schemas.openxmlformats.org/officeDocument/2006/relationships/extended-properties" Target="/docProps/app.xml" Id="R54289b82dcf64412" /><Relationship Type="http://schemas.openxmlformats.org/officeDocument/2006/relationships/officeDocument" Target="/ppt/presentation.xml" Id="R5d7a14c752e84d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98dc01d1e3473a"/>
  </p:sldMasterIdLst>
  <p:notesMasterIdLst>
    <p:notesMasterId xmlns:r="http://schemas.openxmlformats.org/officeDocument/2006/relationships" r:id="R5f9761e6fe114859"/>
  </p:notesMasterIdLst>
  <p:sldIdLst>
    <p:sldId xmlns:r="http://schemas.openxmlformats.org/officeDocument/2006/relationships" id="256" r:id="R59bb7ecdccb74294"/>
    <p:sldId xmlns:r="http://schemas.openxmlformats.org/officeDocument/2006/relationships" id="257" r:id="R376a7c6b4fca4e22"/>
    <p:sldId xmlns:r="http://schemas.openxmlformats.org/officeDocument/2006/relationships" id="258" r:id="Rda61348593e245b9"/>
    <p:sldId xmlns:r="http://schemas.openxmlformats.org/officeDocument/2006/relationships" id="259" r:id="R68a4f77781284aad"/>
    <p:sldId xmlns:r="http://schemas.openxmlformats.org/officeDocument/2006/relationships" id="260" r:id="R1a88bcb904384eff"/>
    <p:sldId xmlns:r="http://schemas.openxmlformats.org/officeDocument/2006/relationships" id="261" r:id="R2368cd7ff00744ab"/>
    <p:sldId xmlns:r="http://schemas.openxmlformats.org/officeDocument/2006/relationships" id="262" r:id="R28bd161554d040c8"/>
    <p:sldId xmlns:r="http://schemas.openxmlformats.org/officeDocument/2006/relationships" id="263" r:id="Rf2e8ecd064924213"/>
    <p:sldId xmlns:r="http://schemas.openxmlformats.org/officeDocument/2006/relationships" id="264" r:id="R1f61dec86cee4a52"/>
    <p:sldId xmlns:r="http://schemas.openxmlformats.org/officeDocument/2006/relationships" id="265" r:id="R9fb046491ef04514"/>
    <p:sldId xmlns:r="http://schemas.openxmlformats.org/officeDocument/2006/relationships" id="266" r:id="Raa276d748ed44357"/>
    <p:sldId xmlns:r="http://schemas.openxmlformats.org/officeDocument/2006/relationships" id="267" r:id="R2a1c3d875187402e"/>
    <p:sldId xmlns:r="http://schemas.openxmlformats.org/officeDocument/2006/relationships" id="268" r:id="R4fe9d9c635934d84"/>
    <p:sldId xmlns:r="http://schemas.openxmlformats.org/officeDocument/2006/relationships" id="269" r:id="R9333fe8d393a4f8a"/>
    <p:sldId xmlns:r="http://schemas.openxmlformats.org/officeDocument/2006/relationships" id="270" r:id="R362ad9f83c9d4bea"/>
    <p:sldId xmlns:r="http://schemas.openxmlformats.org/officeDocument/2006/relationships" id="271" r:id="Rafbaea5661084e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824c4124d54571" /><Relationship Type="http://schemas.openxmlformats.org/officeDocument/2006/relationships/slideMaster" Target="/ppt/slideMasters/slideMaster1.xml" Id="R0f98dc01d1e3473a" /><Relationship Type="http://schemas.openxmlformats.org/officeDocument/2006/relationships/notesMaster" Target="/ppt/notesMasters/notesMaster1.xml" Id="R5f9761e6fe114859" /><Relationship Type="http://schemas.openxmlformats.org/officeDocument/2006/relationships/presProps" Target="/ppt/presProps.xml" Id="R447a7bf38c684b6a" /><Relationship Type="http://schemas.openxmlformats.org/officeDocument/2006/relationships/tableStyles" Target="/ppt/tableStyles.xml" Id="R16f654121dd2453f" /><Relationship Type="http://schemas.openxmlformats.org/officeDocument/2006/relationships/slide" Target="/ppt/slides/slide1.xml" Id="R59bb7ecdccb74294" /><Relationship Type="http://schemas.openxmlformats.org/officeDocument/2006/relationships/slide" Target="/ppt/slides/slide2.xml" Id="R376a7c6b4fca4e22" /><Relationship Type="http://schemas.openxmlformats.org/officeDocument/2006/relationships/slide" Target="/ppt/slides/slide3.xml" Id="Rda61348593e245b9" /><Relationship Type="http://schemas.openxmlformats.org/officeDocument/2006/relationships/slide" Target="/ppt/slides/slide4.xml" Id="R68a4f77781284aad" /><Relationship Type="http://schemas.openxmlformats.org/officeDocument/2006/relationships/slide" Target="/ppt/slides/slide5.xml" Id="R1a88bcb904384eff" /><Relationship Type="http://schemas.openxmlformats.org/officeDocument/2006/relationships/slide" Target="/ppt/slides/slide6.xml" Id="R2368cd7ff00744ab" /><Relationship Type="http://schemas.openxmlformats.org/officeDocument/2006/relationships/slide" Target="/ppt/slides/slide7.xml" Id="R28bd161554d040c8" /><Relationship Type="http://schemas.openxmlformats.org/officeDocument/2006/relationships/slide" Target="/ppt/slides/slide8.xml" Id="Rf2e8ecd064924213" /><Relationship Type="http://schemas.openxmlformats.org/officeDocument/2006/relationships/slide" Target="/ppt/slides/slide9.xml" Id="R1f61dec86cee4a52" /><Relationship Type="http://schemas.openxmlformats.org/officeDocument/2006/relationships/slide" Target="/ppt/slides/slide10.xml" Id="R9fb046491ef04514" /><Relationship Type="http://schemas.openxmlformats.org/officeDocument/2006/relationships/slide" Target="/ppt/slides/slide11.xml" Id="Raa276d748ed44357" /><Relationship Type="http://schemas.openxmlformats.org/officeDocument/2006/relationships/slide" Target="/ppt/slides/slide12.xml" Id="R2a1c3d875187402e" /><Relationship Type="http://schemas.openxmlformats.org/officeDocument/2006/relationships/slide" Target="/ppt/slides/slide13.xml" Id="R4fe9d9c635934d84" /><Relationship Type="http://schemas.openxmlformats.org/officeDocument/2006/relationships/slide" Target="/ppt/slides/slide14.xml" Id="R9333fe8d393a4f8a" /><Relationship Type="http://schemas.openxmlformats.org/officeDocument/2006/relationships/slide" Target="/ppt/slides/slide15.xml" Id="R362ad9f83c9d4bea" /><Relationship Type="http://schemas.openxmlformats.org/officeDocument/2006/relationships/slide" Target="/ppt/slides/slide16.xml" Id="Rafbaea566108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dac9fdd194d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1c8f46a23a4db6" /><Relationship Type="http://schemas.openxmlformats.org/officeDocument/2006/relationships/notesMaster" Target="/ppt/notesMasters/notesMaster1.xml" Id="R389b0540e13e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025bef521d4b33" /><Relationship Type="http://schemas.openxmlformats.org/officeDocument/2006/relationships/notesMaster" Target="/ppt/notesMasters/notesMaster1.xml" Id="Rc37853c6b51f40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c06a67f1b04c77" /><Relationship Type="http://schemas.openxmlformats.org/officeDocument/2006/relationships/notesMaster" Target="/ppt/notesMasters/notesMaster1.xml" Id="R85829ce1f9304c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ffe253a8bc4a52" /><Relationship Type="http://schemas.openxmlformats.org/officeDocument/2006/relationships/notesMaster" Target="/ppt/notesMasters/notesMaster1.xml" Id="R455caa57307641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2cf6c59491458d" /><Relationship Type="http://schemas.openxmlformats.org/officeDocument/2006/relationships/notesMaster" Target="/ppt/notesMasters/notesMaster1.xml" Id="R64454e212a794f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cf9b1b4f6045ab" /><Relationship Type="http://schemas.openxmlformats.org/officeDocument/2006/relationships/notesMaster" Target="/ppt/notesMasters/notesMaster1.xml" Id="Rbdb3834855a943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8511b20908410f" /><Relationship Type="http://schemas.openxmlformats.org/officeDocument/2006/relationships/notesMaster" Target="/ppt/notesMasters/notesMaster1.xml" Id="Rfdc7f1a62d7b45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5774e51929463f" /><Relationship Type="http://schemas.openxmlformats.org/officeDocument/2006/relationships/notesMaster" Target="/ppt/notesMasters/notesMaster1.xml" Id="R5476abe119f344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1906c078154ae9" /><Relationship Type="http://schemas.openxmlformats.org/officeDocument/2006/relationships/notesMaster" Target="/ppt/notesMasters/notesMaster1.xml" Id="R08116c41113a4e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9b89665efa422e" /><Relationship Type="http://schemas.openxmlformats.org/officeDocument/2006/relationships/notesMaster" Target="/ppt/notesMasters/notesMaster1.xml" Id="R11b6831b171f4c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7965503d3d4023" /><Relationship Type="http://schemas.openxmlformats.org/officeDocument/2006/relationships/notesMaster" Target="/ppt/notesMasters/notesMaster1.xml" Id="R242b896bd9a94a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642c6117ba43c7" /><Relationship Type="http://schemas.openxmlformats.org/officeDocument/2006/relationships/notesMaster" Target="/ppt/notesMasters/notesMaster1.xml" Id="Rdfc86c7bc09644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9ec4556fc84da6" /><Relationship Type="http://schemas.openxmlformats.org/officeDocument/2006/relationships/notesMaster" Target="/ppt/notesMasters/notesMaster1.xml" Id="R5be1f1acf86548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d9c049743a4143" /><Relationship Type="http://schemas.openxmlformats.org/officeDocument/2006/relationships/notesMaster" Target="/ppt/notesMasters/notesMaster1.xml" Id="R9da9edd98b7f43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ffeca466344dd3" /><Relationship Type="http://schemas.openxmlformats.org/officeDocument/2006/relationships/notesMaster" Target="/ppt/notesMasters/notesMaster1.xml" Id="R777a34e4c1e649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84f04b40724b88" /><Relationship Type="http://schemas.openxmlformats.org/officeDocument/2006/relationships/notesMaster" Target="/ppt/notesMasters/notesMaster1.xml" Id="R3b52fa9feb584a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도입 약 8초. 2학기 개발 성과와 10월 1일 사하구청 현장 피드백을 중심으로 발표하겠습니다.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PANG3는 방문지 관리부터 보고서 작성까지 외근의 흐름을 하나로 연결합니다. 기능 소개는 짧게 마치고 2학기 결과로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18초. 1학기에 기본 업무 흐름을 구성하는 9개 기능의 MVP를 완성했습니다. 이번 학기에는 현장 사용성과 협업 기능을 보강했습니다.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21초. 8월에는 현장 기록, 9월에는 그룹과 업무 관리, 10월에는 경로 안내와 서비스 화면을 개선했습니다. 월 구분은 발표를 위한 분류입니다.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23초. 사진과 위치도를 현장에서 바로 편집하고, 음성 인식으로 메모를 입력할 수 있도록 기록 절차를 보강했습니다.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그룹을 만들고 구성원을 초대하는 기능, 행정동 경계와 업무 현황 지도, 완료 기록을 관리하는 대시보드를 추가했습니다.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도보 경로와 건물 출입구를 활용해 도착 지점을 개선했습니다. 버스 정류장과 AED 정보를 연동하고, 지도 중심으로 화면 흐름을 다시 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12초. 10월 1일 사하구청 현장 미팅을 진행했습니다. 담당자의 의견을 듣고 개선할 내용을 정리했습니다. 다음 장에서 주요 피드백을 말씀드리겠습니다.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30초. 사하구청 미팅에서 화면 간소화, 위치 정확도, 협업 방식, 데이터 일괄 등록, 공공데이터의 한계, 플랫폼과 저장 방식에 대한 의견을 받았습니다.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네 항목은 해결했고 일괄 등록·공유와 공공시설물 데이터는 아직 남아 있습니다. 다음 장부터 반영한 네 가지 내용을 보여드리겠습니다.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24초. 기존에는 화면 이동과 등록 단계가 많았습니다. 지도 화면을 중심으로 재구성하고 좌표 표시를 빼서 필요한 작업에 집중하도록 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23초. 지도 터치만으로 위치가 바로 결정되던 방식에서 중앙 포인터 방식으로 바꿨습니다. 지도를 이동하면서 세부 위치를 조정할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팀장이 모든 방문지를 개별 배정하는 흐름을 줄이고, 각자의 업무를 관리하면서 필요한 건을 이관하도록 바꿨습니다. 행정동 단위 관리도 반영했습니다.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22초. 모바일 중심으로 제공하던 서비스를 웹 환경으로 넓혔습니다. 보고서를 기기에서 내려받고 저장하는 흐름도 개선했습니다.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남은 일괄 등록과 시설물 데이터, 알림 기능을 마무리합니다. 이어서 전체 현장 업무를 시뮬레이션하고 담당자 의견과 테스트 결과를 반영해 출시를 준비하겠습니다.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1분 30초 시연. 방문지를 등록하고 경로를 최적화한 뒤 현장 업무를 처리합니다. 보고서를 확인하고 그룹 업무 관리 화면으로 마무리합니다.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ca5c03fa54f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385d448a24c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0fad1da2442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95c7f2b6b42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4848445a14d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2240158fd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3F66D9-78E7-4ED1-8A5E-8B8155FCA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CBC688-3111-4FA5-869A-66777A52B1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34F8BF-E2C5-4E99-9316-B3758C510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A54330-1FBF-46EC-B650-B6492BE7B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B7A1FD-AE0A-431D-A5B8-9C4A71A24B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A729F9-E353-4A52-ABCE-13F67B6FAE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6E9CB9-22D3-4B15-9BE3-44D187FFED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E86305-83DC-4475-8F23-F0CF5B9222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0A0AE5-5661-4C17-B1A3-0F338448D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734691-0E32-477B-8FEA-4478EF74EC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3abf2f9e7546cc" /><Relationship Type="http://schemas.openxmlformats.org/officeDocument/2006/relationships/slideLayout" Target="/ppt/slideLayouts/slideLayout1.xml" Id="R36d888cefe604330" /><Relationship Type="http://schemas.openxmlformats.org/officeDocument/2006/relationships/slideLayout" Target="/ppt/slideLayouts/slideLayout2.xml" Id="Re31a2660d16548cb" /><Relationship Type="http://schemas.openxmlformats.org/officeDocument/2006/relationships/slideLayout" Target="/ppt/slideLayouts/slideLayout3.xml" Id="R7882597e922e4557" /><Relationship Type="http://schemas.openxmlformats.org/officeDocument/2006/relationships/slideLayout" Target="/ppt/slideLayouts/slideLayout4.xml" Id="R2726d8f343554bb1" /><Relationship Type="http://schemas.openxmlformats.org/officeDocument/2006/relationships/slideLayout" Target="/ppt/slideLayouts/slideLayout5.xml" Id="Rf58f3f59abdc4849" /><Relationship Type="http://schemas.openxmlformats.org/officeDocument/2006/relationships/slideLayout" Target="/ppt/slideLayouts/slideLayout6.xml" Id="Ra12fc40f68f545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d888cefe604330"/>
    <p:sldLayoutId xmlns:r="http://schemas.openxmlformats.org/officeDocument/2006/relationships" id="2147483650" r:id="Re31a2660d16548cb"/>
    <p:sldLayoutId xmlns:r="http://schemas.openxmlformats.org/officeDocument/2006/relationships" id="2147483651" r:id="R7882597e922e4557"/>
    <p:sldLayoutId xmlns:r="http://schemas.openxmlformats.org/officeDocument/2006/relationships" id="2147483652" r:id="R2726d8f343554bb1"/>
    <p:sldLayoutId xmlns:r="http://schemas.openxmlformats.org/officeDocument/2006/relationships" id="2147483653" r:id="Rf58f3f59abdc4849"/>
    <p:sldLayoutId xmlns:r="http://schemas.openxmlformats.org/officeDocument/2006/relationships" id="2147483654" r:id="Ra12fc40f68f545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3c29106534686" /><Relationship Type="http://schemas.openxmlformats.org/officeDocument/2006/relationships/notesSlide" Target="/ppt/notesSlides/notesSlide1.xml" Id="Rbf0cfcd07e95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9dfabf2114054" /><Relationship Type="http://schemas.openxmlformats.org/officeDocument/2006/relationships/notesSlide" Target="/ppt/notesSlides/notesSlide2.xml" Id="Re9484589bcd946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241e5b022422d" /><Relationship Type="http://schemas.openxmlformats.org/officeDocument/2006/relationships/notesSlide" Target="/ppt/notesSlides/notesSlide3.xml" Id="R21947071eb524b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f27697bce430c" /><Relationship Type="http://schemas.openxmlformats.org/officeDocument/2006/relationships/notesSlide" Target="/ppt/notesSlides/notesSlide4.xml" Id="R56c69936b2c04e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06733e05974bea" /><Relationship Type="http://schemas.openxmlformats.org/officeDocument/2006/relationships/notesSlide" Target="/ppt/notesSlides/notesSlide5.xml" Id="R08fbc91b07f84c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f89ec150543b5" /><Relationship Type="http://schemas.openxmlformats.org/officeDocument/2006/relationships/notesSlide" Target="/ppt/notesSlides/notesSlide6.xml" Id="Rf6e16206d1da41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73fc718ee430c" /><Relationship Type="http://schemas.openxmlformats.org/officeDocument/2006/relationships/notesSlide" Target="/ppt/notesSlides/notesSlide7.xml" Id="Rda8da07b7fc04e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e50dd6a5f471d" /><Relationship Type="http://schemas.openxmlformats.org/officeDocument/2006/relationships/notesSlide" Target="/ppt/notesSlides/notesSlide8.xml" Id="R5018b53625ef41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d38bb625245e8" /><Relationship Type="http://schemas.openxmlformats.org/officeDocument/2006/relationships/notesSlide" Target="/ppt/notesSlides/notesSlide9.xml" Id="R2b96510431d14d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b32cbc70b4f79" /><Relationship Type="http://schemas.openxmlformats.org/officeDocument/2006/relationships/notesSlide" Target="/ppt/notesSlides/notesSlide10.xml" Id="R6ba4ef670e5949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bf54eda944329" /><Relationship Type="http://schemas.openxmlformats.org/officeDocument/2006/relationships/notesSlide" Target="/ppt/notesSlides/notesSlide11.xml" Id="R1fafdeaa66984c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81f78c48b4e7f" /><Relationship Type="http://schemas.openxmlformats.org/officeDocument/2006/relationships/notesSlide" Target="/ppt/notesSlides/notesSlide12.xml" Id="R0778ccfbfff448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33dbdb5d94293" /><Relationship Type="http://schemas.openxmlformats.org/officeDocument/2006/relationships/notesSlide" Target="/ppt/notesSlides/notesSlide13.xml" Id="R89d802beb37d48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b379130fa4632" /><Relationship Type="http://schemas.openxmlformats.org/officeDocument/2006/relationships/notesSlide" Target="/ppt/notesSlides/notesSlide14.xml" Id="Ra7d088a1c8f145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27fcea8464a45" /><Relationship Type="http://schemas.openxmlformats.org/officeDocument/2006/relationships/notesSlide" Target="/ppt/notesSlides/notesSlide15.xml" Id="R920653b052024c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ec09f470c4b19" /><Relationship Type="http://schemas.openxmlformats.org/officeDocument/2006/relationships/notesSlide" Target="/ppt/notesSlides/notesSlide16.xml" Id="R0b011fc2df8e4e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B4C8E-C35A-42A6-9EE2-176922FB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BD666-57AB-49C2-AED6-7194633C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PANG3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F09EB-1B4E-4574-9A3C-806D6A4A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C3470-44C9-4829-A0C3-3E04C166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2026년 2학기 중간발표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523FB-4095-4F00-A0DA-67374081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지도 기반 사하구 외근 도우미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9D9FD-645C-4CCF-9E9B-2F36A812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개발 성과 · 현장 피드백 · 개선 결과 · 향후 계획</a:t>
            </a:r>
          </a:p>
        </p:txBody>
      </p:sp>
    </p:spTree>
    <p:extLst>
      <p:ext uri="{BB962C8B-B14F-4D97-AF65-F5344CB8AC3E}">
        <p14:creationId xmlns:p14="http://schemas.microsoft.com/office/powerpoint/2010/main" val="1781419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4975D-12F7-404D-84E6-7E477833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901C6-8F0E-42F4-9B94-75DDB86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지도 기반 사하구 외근 도우미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3F3A5-EEA7-4C6D-AD05-860F298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EFD4C-3EE8-4555-869C-43881D5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서비스 소개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D041D-3FBA-48B3-A7A0-CF2C2F7C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C5184-EE63-4566-9B32-AC7868D7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업무의 전 과정을 하나로 연결하는 통합 관리 서비스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21FC1-2CC5-435B-8A9D-94DEAE2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77460-F0F3-4C10-ACAF-68B29A46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방문지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08086-C0F6-4F45-892F-03CF2739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95550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C50A5-F309-4922-81D6-7C7E5619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7652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최적화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651CD-4FEC-4CCC-A22B-20FBF529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D4A54-BA6F-4CEE-BF2E-110F2CDD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업무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0353E-F284-4B7A-8498-2E855614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86175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1374F-6F59-4D95-A0F6-A8890AE3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6715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보고서 작성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E195D-D8DE-4506-8D9B-E8ACB528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38275"/>
            <a:ext cx="2571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BC4CB-7568-4D08-B447-60037BD6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90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지도 화면 삽입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C08B4-5620-4598-A52F-A69024C9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외근 계획  →  현장 방문  →  업무 처리  →  결과 보고</a:t>
            </a:r>
          </a:p>
        </p:txBody>
      </p:sp>
    </p:spTree>
    <p:extLst>
      <p:ext uri="{BB962C8B-B14F-4D97-AF65-F5344CB8AC3E}">
        <p14:creationId xmlns:p14="http://schemas.microsoft.com/office/powerpoint/2010/main" val="1888046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9790EC-7FCB-4BFF-96BD-6935BFA5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F8F2E-C36C-4D3D-A0CD-275CB5E4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1학기 MVP 구현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93C5D-20D4-4608-A0D5-F9E31702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05F48-C5BC-40C2-9F6F-9FFAEB85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1학기 구현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8CD8C-1C72-4D2E-A588-19069387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DBEB0-9EF1-414A-99D9-933E951C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351DA-D4C7-4DFB-AB9C-F5AD178A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CDCCF-FF92-44AB-894C-6D9923B0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로그인 및 회원가입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9C3A4-2760-48BF-B48F-9D5CE130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5DB9B-7422-4F02-8C17-3F8C0A07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388FB-D9DD-40EC-9236-66077D2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지도 기반 방문지 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5B497-A492-486A-A9EB-6583CF20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54B5C-C584-4F60-875C-97804F8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32CC2-A41D-41FA-BB8C-5FF63D8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목적지 리스트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5FB33-A8BD-4E84-B524-93AD2349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844BC-F987-4D2A-ABF5-A9591A30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02348-4B4A-4343-A0FF-1332A48B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다중 목적지 경로 최적화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F0D0A-0D0E-4057-A9AA-47EDD6C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02846-7D79-44A2-AC11-91CE90C3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5022E-3F1F-44E8-A75E-5C32F18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차량·도보 경로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CA1D0-CC49-4857-AE80-9680D6A6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5C925-98FD-4929-958B-BE79DA2C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50DC0-54E5-4B0F-973D-6FAC5C50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도착 후 작업 시작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43631-4ADE-4505-8351-9AA69ED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542EC-7385-4451-B89A-DBB60C09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5DE01-A769-40D3-BD42-FBE9541B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작업 상태 실시간 변경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444B0-43D9-4B17-AE3D-0C3D7AF1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A8EC6-2BD9-4258-BE80-75419C17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782C81-7EC5-453B-90D4-22E5F78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사진·메모 입력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91D22-ED08-456D-9A3C-BF5B6EE3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C3F142-07FD-4D09-8181-CCA0F051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781A6-22D5-49FC-8D00-4B120DF9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</p:spTree>
    <p:extLst>
      <p:ext uri="{BB962C8B-B14F-4D97-AF65-F5344CB8AC3E}">
        <p14:creationId xmlns:p14="http://schemas.microsoft.com/office/powerpoint/2010/main" val="1006722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48BA0A-AE4E-4416-B3D6-C561135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98DA5-FEED-47E4-9DFC-5368C52B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2학기 주요 개발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0FA68-C9FA-469D-9B77-554049F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7B0A8-570E-4466-B4D3-D0167ED5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8월부터 10월까지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5F85C-2530-45C9-A6E7-E160F1C3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B20E1-A06B-42F6-8F54-7CAC588F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EE854-297C-4F83-A0FC-BFCAE335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8월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91404-2568-4194-BAF9-E6AD097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기록 기능 고도화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4C2BC-96BD-48A0-BEFD-25FEA852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B0B5A-43CC-4E86-9B2C-FDCFF3C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D2A14-E8E9-4127-A92A-0F1AEE9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사진 편집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F2137-4432-4436-BA41-57CF167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B6FC5-EBC9-4FA5-9E34-CAF5C476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위치도 편집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2A464-2C08-4D05-AE79-EFA75C4F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95CF0-9F40-4E09-97E8-44117B8F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70E55-B737-42E2-BE37-A26F7114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5C7F2-BAAB-48F7-A9E6-6EA033AC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E87EC-93CC-4C22-AAF8-9342AC0A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 협업 및 업무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E29B1-C532-4477-A9CE-67EC8CDF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365FB-1D1E-4AC7-86E6-6AD39A80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A20B3-3EA2-4C37-9A19-C94CA059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그룹 생성·초대·업무 관리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74CC6-EE0C-49C8-A195-D97FB30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C2BA7-87B1-4264-B79E-7450AAC0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행정동 경계·업무 현황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DB499-F58A-4AF7-9212-5DA2A1E6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C6995-FB02-4DC0-838F-BD730459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대시보드·업무 데이터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9FD00-3500-496E-9E16-0441EF57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97A17-6606-4982-80FB-0F64670D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0DF8FB-0D59-4D6A-A332-01DDC3FE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안내 및 서비스 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916D6-0F4A-4D74-8EB3-8F594B29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08E47-D0A4-4CD0-856C-31C2A9EC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9DF0E-62FB-4BDE-9203-35E0EEB9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경로 안내 개선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F5738E-7CDE-409E-83D7-1ADC3C12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6748A7-910A-4317-97CF-E038870F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공공데이터 연동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AF066-01BB-4E30-AA61-1160F9A9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B1AED7-06A7-4E4C-B475-93722435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UI/UX 개선</a:t>
            </a:r>
          </a:p>
        </p:txBody>
      </p:sp>
    </p:spTree>
    <p:extLst>
      <p:ext uri="{BB962C8B-B14F-4D97-AF65-F5344CB8AC3E}">
        <p14:creationId xmlns:p14="http://schemas.microsoft.com/office/powerpoint/2010/main" val="6887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7129A-F1A2-49A9-AA44-34DE294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DBF9A-11E6-41F9-B7C8-DFD66887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8월 — 현장 기록 기능 고도화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4BABF-B6F8-4F51-88E9-56885EB8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8A3B2-EB4D-4603-A165-9C85AE1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3CA93-4E1A-4E66-A932-9D3D48F4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D2575-49D0-469F-8625-D2DFACE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사진 편집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10E71-829E-4D56-9BF4-1F75D19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137C1-565E-403C-AB54-E5867C12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80BAB-CA9D-464F-8CED-ECCD76D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사진 회전·크롭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42F21-8230-4845-A888-CD343E3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07532-6E23-4A1F-B821-7F0308D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빨간펜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994D9-DD66-4E56-B935-AC01385F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C72BF-5436-4B2E-BDDF-B50C9F5B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49EB3-4B17-4B93-8F66-77D9FAD5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위치도 편집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A233E-1B82-49C6-8959-F47DF122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3E813-F19C-4C57-89B3-ECF11536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8A7E6-E961-4F57-A226-14C90194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위치도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D699D-B2C6-42D3-B686-2DEA8ABA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693BD-3D10-4F01-B2B8-58D6CA3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문제 위치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5355C-0308-441B-884B-C342F80C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1B3EA-F643-409B-B632-2394FDFD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DDD0A-D54A-4330-A142-A8C7D5CA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E7D2E-CC0D-4E09-856F-4B698FF6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73F79D-0AAF-496A-9C6B-CE7349CF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7DDAC-F42A-4148-9BC2-2726EEFC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음성 인식 기반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7948B-603C-4CE3-A557-B4D8D7FA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1064C-AFD6-429F-A89D-27EDE6F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현장 메모 입력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82712B-DE3E-4A58-97CB-18FAC86E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8F9882-4812-4D0C-AA46-D5955DB9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890330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D7D13-35E2-4632-8601-AEAA3F88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2BCB3-CB28-4F53-97BB-6B823F1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9월 — 그룹 협업 및 업무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54549-75C2-4BF7-B10B-7FB0B27D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9A523-0089-4FD0-AA9B-50425FAD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C5CE5-4B4C-4DBF-AEBC-D44C8506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9C8EA-0699-47C2-99C5-31ACAAEA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 생성·업무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A471B-C8BD-458C-BF89-AFB25586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7B4A7-04B7-446B-9887-B913564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37621-355D-40FE-B622-7B4A9FDC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구성원 초대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D43B2-8E96-43F5-BBEE-0059AC5D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89711-8CF1-48D9-8B9C-68CA822E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배정·업무 이관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9A074-051F-4DD6-A362-6AD37663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D75FA-61CA-4543-A391-19816877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61E86-1A37-435C-A5C0-F6ED093D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행정동·업무 현황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A6DE6-5B75-4C1F-8ECB-42C2E7A6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FA081-13A5-4819-8E03-CEEDB8E7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735BC-F98A-4046-9E0D-07455DC4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SGIS 행정동 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7E4FF-FCCD-4E1F-9D6F-F442674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23E6F-63CA-4057-82AE-AFF32BB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개인·그룹별 현황 지도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4CC22-F08F-4F8F-9A1D-0A25D2AD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4B429-4BCF-4F46-A843-83482ABB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712E3-CB7A-409F-A870-F34D72F7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대시보드·데이터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E88B7-BCD2-43E9-970E-02A81004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C6351-5B48-4DE4-97E8-E755F782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31A90-C990-408D-A905-36875582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개인·그룹별 업무 현황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58EC9-C04A-4B33-BBDC-E73A277D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12DDA-10BC-4DA2-8A5C-263E0C41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완료 기록·업무 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B3F5F8-9781-41D5-91A4-7D1B496C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A9D0FE-AA82-47F9-83AA-F042D3F8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1946131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A1F0A-6CF0-4B13-BCD5-4860E3DB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63A33-0007-48B0-87CE-D1C398B0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10월 — 경로 안내 및 서비스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7A9B9-99D1-49C8-B1F8-2CD00E71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5D2F2-B8A5-4185-A1D5-8085BB0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956CA-E41C-465E-BDE2-906BF9C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F8B01-35E5-4D65-9973-4B0838DA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안내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88CB9-C202-4B0B-A107-CFCEFE9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41769-4D36-434F-AAF5-E102696A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B5C37-E40E-44C9-831B-DB811D93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Kakao 도보 경로 연동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0B13A-54E6-4B21-8AB7-98FC3100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D4003-0081-430D-830E-76C18F20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출입구 기반 도착 지점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24BF9-4522-4690-BDBA-847B4F14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4D50D-E961-4A46-A66E-EAAC1BE0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3B02A-EB8F-4609-9DAD-69327774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공공데이터 연동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44CAB-CD51-4DC5-975C-54DCE292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3C2FD-B330-423D-8C13-40416EF4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B804E-E424-489B-8035-0858028F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버스 정류장·AED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73DCC-9C64-4C49-93B6-AB1EED2C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89E23-B361-491D-815B-1372A16E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부산 건물 출입구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2F767-383B-4F97-AD14-9CC88C90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7D842-6FAE-4CF7-B915-A9B8AEA6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303F9-1430-4CBE-9FF0-6C465B08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UI/UX 개선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C0922-8FA7-42E6-875A-EA0A234F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27918-6945-4C2A-A5FC-8DFE9B2E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8E48A-E238-4BE0-904E-4D11FFA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 중심 화면 개편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658B3-1782-4A5C-B651-F085158A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AC364-8B21-4B20-AAEA-42EDBA43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등록·현장 작업 흐름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4E939B-D464-44E5-83EC-E709845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2164E-6C05-4E0C-8B5D-EBF1F3E1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1490733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0C99C-211A-4745-9CF9-7CA917D7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B056B-6904-4FEE-94E6-06AED2F7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사하구청 현장 미팅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71E41-54BB-4902-9486-E8BFC646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DFBE9-144B-4E0D-8CC4-424E9AE2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2026년 10월 1일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CC07D-26F0-4783-B394-C7FB3310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DF65-EBB2-425F-9897-50930A9B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담당자의 의견을 들었습니다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4DEA0-672C-47CE-BE3F-8D8484D7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197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4FAC7-A922-42DF-A844-C3BB3D5F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9963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현장 미팅 사진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9CD60-72B3-4FAA-941B-48511398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52197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9CA98-1AF0-4E1B-A4AE-CD1809C8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9963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현장 미팅 사진 삽입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54C8F-4B23-48DC-9E5F-EAA01880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미팅에서 받은 주요 피드백을 다음 장에서 살펴보겠습니다</a:t>
            </a:r>
          </a:p>
        </p:txBody>
      </p:sp>
    </p:spTree>
    <p:extLst>
      <p:ext uri="{BB962C8B-B14F-4D97-AF65-F5344CB8AC3E}">
        <p14:creationId xmlns:p14="http://schemas.microsoft.com/office/powerpoint/2010/main" val="621164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A28C1C-CB78-4FB3-9B5B-E94B27D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5F93F-B58D-4194-AC88-CE1755B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사하구청 현장 미팅 주요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DA1CA-D326-4FAD-ABAD-80BC516A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C8FC2-2D86-4EA7-BE5E-1C100C9C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2026년 10월 1일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01CE2-D766-4126-A3C4-810FD151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B9144-EA9B-4377-84B5-DCB6681C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4BC58-E7B4-41BC-9BB2-9080893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18C9A-CAB3-4D9E-BD06-C9F2C89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668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UI/UX 간소화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9DBC9-2BF9-497B-9A04-B7941FAE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클릭 감소 · 지도 중심 · 위도·경도 제거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9E3BA-97F7-45FB-88AC-3E586EC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30492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07ADC-16D0-4DC9-B655-C2C55332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66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3337D-D19C-4E67-B258-32D2CB62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4668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위치 등록 정확도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BCA5D-9C6B-4839-9BB4-B16EA4B3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050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터치 즉시 지정 한계 · 핀 위치 정밀 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CAC0C-CD8E-463C-B0DB-CB26B9B4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BEC19-B934-4FE5-B34F-5D0B8AF2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DCEAA-B43B-44B0-A60F-5B8F6269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그룹·업무 협업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13C44-0F0D-43CA-936C-C349F10A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 중심 배정 축소 · 개인 관리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지역별 업무 이관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C2C8E-C205-46D5-8A0A-752BA97B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8130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D354D-AFDC-46C5-90F4-62119F0C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43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1EC83-794C-4750-BA0A-154BBFD8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43225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일괄 등록·공유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01DE0-4851-419F-A1D3-F5F4EBD6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81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엑셀 일괄 등록 · 사진 위치정보 활용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업무 데이터 가져오기·내보내기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90786-CA65-47D8-BBDC-7AF030F0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F2E91-BCF9-4B4D-A1C7-87E8D639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F599DD-C849-4564-A069-824D6FCA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공공데이터 한계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89F15-FB95-4336-B777-3F1A2272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제설함·아파트 내부 시설물 위치데이터 부족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사하구청 정비 후 활용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CA1C1-3B29-42BE-8D05-D519CC91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5767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DF9F4-5C67-40B3-B467-628E7BC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19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A409C-87DF-4EC1-9D2B-BE865FE8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1960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플랫폼·저장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C9360-8E06-4F72-92E8-D2C54C2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57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모바일·웹 · 외부 서버 저장 최소화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보고서 로컬 다운로드·저장</a:t>
            </a:r>
          </a:p>
        </p:txBody>
      </p:sp>
    </p:spTree>
    <p:extLst>
      <p:ext uri="{BB962C8B-B14F-4D97-AF65-F5344CB8AC3E}">
        <p14:creationId xmlns:p14="http://schemas.microsoft.com/office/powerpoint/2010/main" val="1660707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55BE5D-F17E-424F-95D8-F6B206CD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0AE61-E7A5-4DE6-A84A-2A0DE3F0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27242-135A-4733-875E-9A3D4455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9DA05-D5D6-4F3A-9A14-5FC9D31C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O 해결 · △ 진행 중 · X 미해결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983BD-9829-4A3B-88E0-A4DF3CB8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474AD-2139-4C49-A476-0F93BB66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34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09FA2-82E7-4FDA-9004-A25FA817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 피드백 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AA5E2-3889-4BD1-86FB-BED7A84B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049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7B409-EDBC-4B3F-A5B7-4EF52E97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5F662-438A-4496-8F24-F2D5B35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UI/UX 간소화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951E7-44D8-4039-8BF7-CE1BAFDA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431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352C1-CC1F-4E98-AA38-22CC1530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AB7F7-3C54-446D-997A-EEF880D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 등록 정확도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650C5-AAF7-4D02-B461-FC53D1B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717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FC4E8-9416-4123-B275-E267A299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27827-8497-4759-95D4-9CD67AAB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그룹 및 업무 협업 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2A617-C019-4D35-8DF1-FF020EC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004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F8422-5F10-4593-81F6-DDF2C582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83911-45A3-4082-983E-45FB82D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일괄 등록 및 공유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5D4C1-29F3-4DFC-BECC-9E02BE4C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290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34939-45BA-4FA0-8E3D-3DF11AB4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BC015-1F7E-4210-BE06-5FDE38E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공공데이터의 한계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92BD9-72A4-44CC-8A38-47103C27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577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ED7D5-8A2A-45BB-8239-FED976AB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5BDE5-89AB-4E5C-8CC6-ACD653C6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플랫폼 및 저장 방식 개선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4EA6C-8168-445A-89FD-63647876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863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085812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87BF2-F129-4715-99C0-BE1C32A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CCFC4-38E1-4B3D-AF18-D337FEC0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① UI/UX 간소화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7171F-E3EC-4E54-AA27-12E3C718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C57FC-7338-44EF-89BB-A251E82B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ADF58-CC69-4112-A20D-23BE839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FD458-BD63-4C21-AE2C-3B33715C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E7F5E-6163-47A9-BA4C-18A13BFD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28E38-67C8-4446-85F8-BF6DB12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700ED-4552-4ACA-A869-34B2F60A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80347-9D75-434F-A085-E42E7476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96418-360E-42EB-B8DE-E93C2587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92A78-E485-4744-BB62-A947B2D0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B00E3-6EC2-43A4-8749-4884938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38E4F-87DA-4E2C-88C6-B9317D96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8F300-4B66-4779-B7D2-3025F49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복잡한 화면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3623B-80E5-4B58-939F-59B6CC75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AB01E-839E-42C6-A2A3-7279FFBB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여러 단계의 업무 등록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0EFDF-DC65-458D-A871-C985B48D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281B8-6519-4387-AF1F-70D1686B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로그인 후 지도 중심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1035F-F108-4294-80B3-E5B9C302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FC97E-CDFA-4D6A-A208-E232FEDE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간소화된 업무 처리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2DF37-4A6A-4816-9D20-0264B800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D71B7-6654-468C-8C82-3A92397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위도·경도 정보 제거</a:t>
            </a:r>
          </a:p>
        </p:txBody>
      </p:sp>
    </p:spTree>
    <p:extLst>
      <p:ext uri="{BB962C8B-B14F-4D97-AF65-F5344CB8AC3E}">
        <p14:creationId xmlns:p14="http://schemas.microsoft.com/office/powerpoint/2010/main" val="364912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3C2BC-1F15-4D1C-9E15-97B75768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BF22E-CB9E-4BCD-8CE6-8DC306F0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② 위치 등록 정확도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C632F-6E56-4A98-8094-6918F0F4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A0BA8-A5A9-4D67-BE6B-8404B2DD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2210A-3906-4E02-8D61-DC03279E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52AF2-D6D8-4F8B-BF76-93626A2A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127FB-64B5-4AE6-BFAC-7AEA6244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6BB4B-F2D0-4BD8-9230-2F67435C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89CD1-8023-4E9E-96D7-B8B2EF8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037EC-AA21-4BFD-AAE1-74CE5235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F2C79-9FD7-4F9B-A821-86182CBF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97162-3918-4AB1-ADAF-E27B73BD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59B17-22DE-481F-9FD8-C088E99E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58651-5E7A-46DD-B615-56097B10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BD8B7-A686-4160-93E1-726CCAF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 터치 시 위치 즉시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27DB2-5936-421B-B6BE-693AD748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73972-5F3C-4D2C-8432-9A1B3ABA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세부 위치 조정이 어려움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EF1BC-B711-46FE-A1F5-33D2E838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CD4E7-AE5D-4037-8913-CE1248E7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중앙 포인터로 위치 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CCE53-95DF-4D45-981D-C86FF4B3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9401D-E69B-474C-AD34-9095713B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지도를 이동해 정밀하게 조정</a:t>
            </a:r>
          </a:p>
        </p:txBody>
      </p:sp>
    </p:spTree>
    <p:extLst>
      <p:ext uri="{BB962C8B-B14F-4D97-AF65-F5344CB8AC3E}">
        <p14:creationId xmlns:p14="http://schemas.microsoft.com/office/powerpoint/2010/main" val="18861233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A6F6F-953E-4CFD-8862-4F83CDA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CA636-4CD3-4282-A2C8-CC5D4EEE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③ 그룹 협업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85329-6A97-44EA-9F2A-AF2516FA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3755C-D905-40D9-BD70-47D23BC6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18D95-BDCD-4EFD-A88B-6FF69031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A598B-44B6-4EC2-BC5D-53D884E1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A8574-B28F-4A0E-8847-EA4E4A1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8F01A-0252-4C6B-A4EA-DC3016A2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653F1-12B0-4257-8D30-44B7EBFA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0D9CA-3AC0-4D37-8ADC-07E4D5F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67621-7AFF-4947-B5B5-03D14AC1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9296A-BE28-400E-BD08-8D6F1EDB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22109-9B48-4DF6-900D-3BB10E8A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FF4E6-2786-49A9-8F92-27255B8F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F1102-3083-49E2-A117-A22B571B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 중심 방문지 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C1632-3469-42AE-8C0D-86D0F5B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70863-B74A-4BAC-92AB-5F1BA843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팀장이 구성원에게 개별 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8DD28-B6FE-42C3-8279-F435215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7D3F8-941D-44C9-8D06-F8DC6B2A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 중심 업무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8F600-B5B7-4757-A475-642F444F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ADE6B-0E23-488F-B5AA-355C211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필요한 업무를 구성원에게 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42FFD-093A-4283-BA53-2062E452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0ECE3-C974-44B6-97D6-FAA540F1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행정동 단위 업무 관리</a:t>
            </a:r>
          </a:p>
        </p:txBody>
      </p:sp>
    </p:spTree>
    <p:extLst>
      <p:ext uri="{BB962C8B-B14F-4D97-AF65-F5344CB8AC3E}">
        <p14:creationId xmlns:p14="http://schemas.microsoft.com/office/powerpoint/2010/main" val="1105630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0ED17-846F-441E-96C0-22E9E06F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817B5-9CEA-49F2-8C2C-47BAAD6C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④ 플랫폼 및 저장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86BDC-A9F7-4525-82D4-88CE6BC3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8347-96BE-4C9B-BBC3-8C5A43E1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모바일 화면과 웹 화면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6CC97-9ED2-4FA8-89BC-1FD25401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4D835-BB17-4FA5-BAB7-65BF82F2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EDF22-2359-4B3F-9875-FDEEB10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38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43234-60F7-48AE-9826-1D0D6751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90700"/>
            <a:ext cx="2381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BEC22-642D-4BB4-98EE-AE438C33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09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모바일 앱 사진 삽입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5E751-F9F7-48FC-9F2F-04354D8F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095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8DF33-853C-49F9-9AEE-96C6FDB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95625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웹 실행 화면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2BC2E-C8B0-41BB-AA79-B76EFB4E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모바일 중심 서비스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4F058-5D89-4B37-93C0-77B8D5FA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웹 환경으로 서비스 확장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6954C-1C47-4F3F-8E95-46C7C877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863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보고서 로컬 다운로드·저장 방식 개선</a:t>
            </a:r>
          </a:p>
        </p:txBody>
      </p:sp>
    </p:spTree>
    <p:extLst>
      <p:ext uri="{BB962C8B-B14F-4D97-AF65-F5344CB8AC3E}">
        <p14:creationId xmlns:p14="http://schemas.microsoft.com/office/powerpoint/2010/main" val="17889459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40E25-DF4C-4EB4-897B-034CE179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A4EF5-E322-4250-B11A-BEA5A40A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기말발표까지의 개발 및 검증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0EFA7-D802-4248-AF5F-A9BF4941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0D72B-EA8E-49CB-A7D7-350F5675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7FA7C-B4C4-46EA-B836-EC54AD63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251A6-9A74-4A58-9344-40C1A80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4F21F-FDF4-483B-ACBF-44897247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BD541-4264-423B-9793-2129EEA9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954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미완료 피드백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D2706-F695-49F3-8734-245F5E0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66900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일괄 등록·공유 · 공공시설물 데이터 · 알림 기능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30E50-0E6C-4FC2-A5BF-CD4472B5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23A2E-CE1A-413D-BB0B-40DA2639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12EF6-9C8D-44B8-9B94-6FDA423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860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실제 현장 업무 시뮬레이션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F38A0-0A20-46DD-B911-71F0EF41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5752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등록 · 경로 최적화 · 방문·처리 · 보고서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59339-4E69-418D-B03D-46B19297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414F1-C890-4032-B633-EFA763E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E5E8F-DD0E-4194-814E-3BD910BC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766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최종 피드백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7BFDE-1711-497B-9960-06CF32E1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48150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결과 점검 · 현장 담당자 피드백 · 오류·사용성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4F2F0-32B7-43A6-95E6-56D1EF22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50800-809B-4012-987A-BEEA215E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8F082-E388-42F3-94A2-0463888C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673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앱 출시 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3EBDC-8342-43F4-A95A-92C6D71F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3877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안정화 · 최종 테스트 · 배포 환경 점검</a:t>
            </a:r>
          </a:p>
        </p:txBody>
      </p:sp>
    </p:spTree>
    <p:extLst>
      <p:ext uri="{BB962C8B-B14F-4D97-AF65-F5344CB8AC3E}">
        <p14:creationId xmlns:p14="http://schemas.microsoft.com/office/powerpoint/2010/main" val="18186101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8A1A9-BF66-47C6-B9C2-F4CAC9A8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E67DD-D3B1-4D71-A9FB-07F9F565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PANG3 실제 앱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DE0F2-C856-4A5F-A33A-065E1D3D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7829E-0C04-4EA4-A5E6-C8491DC6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시연 시간 1분 30초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E0BDF-0AC9-46F5-B9DA-261A3225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17055-9516-49D7-9537-DD6A1C9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04925"/>
            <a:ext cx="81915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9A432-7892-4C05-8FE1-40C92AE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76625"/>
            <a:ext cx="796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시연 영상 또는 화면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C29B3-21C9-43A6-AE8F-C1890BAB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방문지 등록   →   경로 최적화   →   현장 업무 처리   →   보고서 확인   →   그룹 업무 관리</a:t>
            </a:r>
          </a:p>
        </p:txBody>
      </p:sp>
    </p:spTree>
    <p:extLst>
      <p:ext uri="{BB962C8B-B14F-4D97-AF65-F5344CB8AC3E}">
        <p14:creationId xmlns:p14="http://schemas.microsoft.com/office/powerpoint/2010/main" val="403709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2026-10-08T14:10:09.3040000Z</dcterms:created>
  <dcterms:modified xsi:type="dcterms:W3CDTF">2026-10-08T14:10:09.3040000Z</dcterms:modified>
</coreProperties>
</file>