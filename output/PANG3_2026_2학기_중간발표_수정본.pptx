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6212da104144e8" /><Relationship Type="http://schemas.openxmlformats.org/officeDocument/2006/relationships/extended-properties" Target="/docProps/app.xml" Id="R5a37af7f2edb45ac" /><Relationship Type="http://schemas.openxmlformats.org/officeDocument/2006/relationships/officeDocument" Target="/ppt/presentation.xml" Id="R40300cd54d2a47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0ba9a7f6264acc"/>
  </p:sldMasterIdLst>
  <p:notesMasterIdLst>
    <p:notesMasterId xmlns:r="http://schemas.openxmlformats.org/officeDocument/2006/relationships" r:id="Rfdf706328d674cb3"/>
  </p:notesMasterIdLst>
  <p:sldIdLst>
    <p:sldId xmlns:r="http://schemas.openxmlformats.org/officeDocument/2006/relationships" id="256" r:id="R396b9dee3fe54208"/>
    <p:sldId xmlns:r="http://schemas.openxmlformats.org/officeDocument/2006/relationships" id="257" r:id="R334c6fdf1b24455c"/>
    <p:sldId xmlns:r="http://schemas.openxmlformats.org/officeDocument/2006/relationships" id="258" r:id="Rba44c953c5ba4427"/>
    <p:sldId xmlns:r="http://schemas.openxmlformats.org/officeDocument/2006/relationships" id="259" r:id="R5bbfe4a947b14a1e"/>
    <p:sldId xmlns:r="http://schemas.openxmlformats.org/officeDocument/2006/relationships" id="260" r:id="R928d89b8b6734929"/>
    <p:sldId xmlns:r="http://schemas.openxmlformats.org/officeDocument/2006/relationships" id="261" r:id="Ra916c8a7f417448f"/>
    <p:sldId xmlns:r="http://schemas.openxmlformats.org/officeDocument/2006/relationships" id="262" r:id="R157c645be1024428"/>
    <p:sldId xmlns:r="http://schemas.openxmlformats.org/officeDocument/2006/relationships" id="263" r:id="R6f7b3ddbb7ae4609"/>
    <p:sldId xmlns:r="http://schemas.openxmlformats.org/officeDocument/2006/relationships" id="264" r:id="Ra1e1887a870b4181"/>
    <p:sldId xmlns:r="http://schemas.openxmlformats.org/officeDocument/2006/relationships" id="265" r:id="Rbb5f2ebf14ac4ad1"/>
    <p:sldId xmlns:r="http://schemas.openxmlformats.org/officeDocument/2006/relationships" id="266" r:id="Rbac60060ebae4cbd"/>
    <p:sldId xmlns:r="http://schemas.openxmlformats.org/officeDocument/2006/relationships" id="267" r:id="R04ddcf4ddc41407a"/>
    <p:sldId xmlns:r="http://schemas.openxmlformats.org/officeDocument/2006/relationships" id="268" r:id="Rb5529d360fc44535"/>
    <p:sldId xmlns:r="http://schemas.openxmlformats.org/officeDocument/2006/relationships" id="269" r:id="Recff5f7a07e14bb5"/>
    <p:sldId xmlns:r="http://schemas.openxmlformats.org/officeDocument/2006/relationships" id="270" r:id="Rba38f42db30e447a"/>
    <p:sldId xmlns:r="http://schemas.openxmlformats.org/officeDocument/2006/relationships" id="271" r:id="R60c270fcf5354b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2e327ef99140bf" /><Relationship Type="http://schemas.openxmlformats.org/officeDocument/2006/relationships/slideMaster" Target="/ppt/slideMasters/slideMaster1.xml" Id="R840ba9a7f6264acc" /><Relationship Type="http://schemas.openxmlformats.org/officeDocument/2006/relationships/notesMaster" Target="/ppt/notesMasters/notesMaster1.xml" Id="Rfdf706328d674cb3" /><Relationship Type="http://schemas.openxmlformats.org/officeDocument/2006/relationships/presProps" Target="/ppt/presProps.xml" Id="Rd64c4a6e04274d14" /><Relationship Type="http://schemas.openxmlformats.org/officeDocument/2006/relationships/tableStyles" Target="/ppt/tableStyles.xml" Id="R039988c112b4426b" /><Relationship Type="http://schemas.openxmlformats.org/officeDocument/2006/relationships/slide" Target="/ppt/slides/slide1.xml" Id="R396b9dee3fe54208" /><Relationship Type="http://schemas.openxmlformats.org/officeDocument/2006/relationships/slide" Target="/ppt/slides/slide2.xml" Id="R334c6fdf1b24455c" /><Relationship Type="http://schemas.openxmlformats.org/officeDocument/2006/relationships/slide" Target="/ppt/slides/slide3.xml" Id="Rba44c953c5ba4427" /><Relationship Type="http://schemas.openxmlformats.org/officeDocument/2006/relationships/slide" Target="/ppt/slides/slide4.xml" Id="R5bbfe4a947b14a1e" /><Relationship Type="http://schemas.openxmlformats.org/officeDocument/2006/relationships/slide" Target="/ppt/slides/slide5.xml" Id="R928d89b8b6734929" /><Relationship Type="http://schemas.openxmlformats.org/officeDocument/2006/relationships/slide" Target="/ppt/slides/slide6.xml" Id="Ra916c8a7f417448f" /><Relationship Type="http://schemas.openxmlformats.org/officeDocument/2006/relationships/slide" Target="/ppt/slides/slide7.xml" Id="R157c645be1024428" /><Relationship Type="http://schemas.openxmlformats.org/officeDocument/2006/relationships/slide" Target="/ppt/slides/slide8.xml" Id="R6f7b3ddbb7ae4609" /><Relationship Type="http://schemas.openxmlformats.org/officeDocument/2006/relationships/slide" Target="/ppt/slides/slide9.xml" Id="Ra1e1887a870b4181" /><Relationship Type="http://schemas.openxmlformats.org/officeDocument/2006/relationships/slide" Target="/ppt/slides/slide10.xml" Id="Rbb5f2ebf14ac4ad1" /><Relationship Type="http://schemas.openxmlformats.org/officeDocument/2006/relationships/slide" Target="/ppt/slides/slide11.xml" Id="Rbac60060ebae4cbd" /><Relationship Type="http://schemas.openxmlformats.org/officeDocument/2006/relationships/slide" Target="/ppt/slides/slide12.xml" Id="R04ddcf4ddc41407a" /><Relationship Type="http://schemas.openxmlformats.org/officeDocument/2006/relationships/slide" Target="/ppt/slides/slide13.xml" Id="Rb5529d360fc44535" /><Relationship Type="http://schemas.openxmlformats.org/officeDocument/2006/relationships/slide" Target="/ppt/slides/slide14.xml" Id="Recff5f7a07e14bb5" /><Relationship Type="http://schemas.openxmlformats.org/officeDocument/2006/relationships/slide" Target="/ppt/slides/slide15.xml" Id="Rba38f42db30e447a" /><Relationship Type="http://schemas.openxmlformats.org/officeDocument/2006/relationships/slide" Target="/ppt/slides/slide16.xml" Id="R60c270fcf5354b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fe4a9eb9d746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267dddf82d4f63" /><Relationship Type="http://schemas.openxmlformats.org/officeDocument/2006/relationships/notesMaster" Target="/ppt/notesMasters/notesMaster1.xml" Id="R856d34d7585943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06a4f257e94282" /><Relationship Type="http://schemas.openxmlformats.org/officeDocument/2006/relationships/notesMaster" Target="/ppt/notesMasters/notesMaster1.xml" Id="R25dab901864a4f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1a623abf5f44d3" /><Relationship Type="http://schemas.openxmlformats.org/officeDocument/2006/relationships/notesMaster" Target="/ppt/notesMasters/notesMaster1.xml" Id="R673bac5fbb0f4c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9df26cf0b747e8" /><Relationship Type="http://schemas.openxmlformats.org/officeDocument/2006/relationships/notesMaster" Target="/ppt/notesMasters/notesMaster1.xml" Id="R8f5f05270bde4f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9ea8ab7938461d" /><Relationship Type="http://schemas.openxmlformats.org/officeDocument/2006/relationships/notesMaster" Target="/ppt/notesMasters/notesMaster1.xml" Id="R1728393982a240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d4399770ac4f17" /><Relationship Type="http://schemas.openxmlformats.org/officeDocument/2006/relationships/notesMaster" Target="/ppt/notesMasters/notesMaster1.xml" Id="Ree894137e64141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dd2aec33a84800" /><Relationship Type="http://schemas.openxmlformats.org/officeDocument/2006/relationships/notesMaster" Target="/ppt/notesMasters/notesMaster1.xml" Id="Rb5d0f51885b846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c1daeeeeae42c0" /><Relationship Type="http://schemas.openxmlformats.org/officeDocument/2006/relationships/notesMaster" Target="/ppt/notesMasters/notesMaster1.xml" Id="R2dfdf1e745bd41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888de97e294bbc" /><Relationship Type="http://schemas.openxmlformats.org/officeDocument/2006/relationships/notesMaster" Target="/ppt/notesMasters/notesMaster1.xml" Id="Rbbab0fdbe3764c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b8700d56104a72" /><Relationship Type="http://schemas.openxmlformats.org/officeDocument/2006/relationships/notesMaster" Target="/ppt/notesMasters/notesMaster1.xml" Id="R36d759995b4148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6c0627524d447c" /><Relationship Type="http://schemas.openxmlformats.org/officeDocument/2006/relationships/notesMaster" Target="/ppt/notesMasters/notesMaster1.xml" Id="R32d44e154c4949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4745992cbc4d63" /><Relationship Type="http://schemas.openxmlformats.org/officeDocument/2006/relationships/notesMaster" Target="/ppt/notesMasters/notesMaster1.xml" Id="R14e220c55d3540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ceb83982bc4d05" /><Relationship Type="http://schemas.openxmlformats.org/officeDocument/2006/relationships/notesMaster" Target="/ppt/notesMasters/notesMaster1.xml" Id="R81af551a13254f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2812131e7342cb" /><Relationship Type="http://schemas.openxmlformats.org/officeDocument/2006/relationships/notesMaster" Target="/ppt/notesMasters/notesMaster1.xml" Id="R392bf7c2a51c40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93b32509a0471a" /><Relationship Type="http://schemas.openxmlformats.org/officeDocument/2006/relationships/notesMaster" Target="/ppt/notesMasters/notesMaster1.xml" Id="R8810ecd3beaa45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5118920e3a47ef" /><Relationship Type="http://schemas.openxmlformats.org/officeDocument/2006/relationships/notesMaster" Target="/ppt/notesMasters/notesMaster1.xml" Id="R19e8d59a98e64c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도입 약 8초. 2학기 개발 성과와 10월 1일 사하구청 현장 피드백을 중심으로 발표하겠습니다.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PANG3는 방문지 관리부터 보고서 작성까지 외근의 흐름을 하나로 연결합니다. 기능 소개는 짧게 마치고 2학기 결과로 넘어갑니다.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18초. 1학기에 기본 업무 흐름을 구성하는 9개 기능의 MVP를 완성했습니다. 이번 학기에는 현장 사용성과 협업 기능을 보강했습니다.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21초. 8월에는 현장 기록, 9월에는 그룹과 업무 관리, 10월에는 경로 안내와 서비스 화면을 개선했습니다. 월 구분은 발표를 위한 분류입니다.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23초. 사진과 위치도를 현장에서 바로 편집하고, 음성 인식으로 메모를 입력할 수 있도록 기록 절차를 보강했습니다.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25초. 그룹을 만들고 구성원을 초대하는 기능, 행정동 경계와 업무 현황 지도, 완료 기록을 관리하는 대시보드를 추가했습니다.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25초. 도보 경로와 건물 출입구를 활용해 도착 지점을 개선했습니다. 버스 정류장과 AED 정보를 연동하고, 지도 중심으로 화면 흐름을 다시 구성했습니다.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12초. 10월 1일 사하구청 현장 미팅을 진행했습니다. 담당자의 의견을 듣고 개선할 내용을 정리했습니다. 다음 장에서 주요 피드백을 말씀드리겠습니다.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30초. 사하구청 미팅에서 화면 간소화, 위치 정확도, 협업 방식, 데이터 일괄 등록, 공공데이터의 한계, 플랫폼과 저장 방식에 대한 의견을 받았습니다.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네 항목은 해결했고 일괄 등록·공유와 공공시설물 데이터는 아직 남아 있습니다. 다음 장부터 반영한 네 가지 내용을 보여드리겠습니다.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24초. 기존에는 화면 이동과 등록 단계가 많았습니다. 지도 화면을 중심으로 재구성하고 좌표 표시를 빼서 필요한 작업에 집중하도록 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23초. 지도 터치만으로 위치가 바로 결정되던 방식에서 중앙 포인터 방식으로 바꿨습니다. 지도를 이동하면서 세부 위치를 조정할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25초. 팀장이 모든 방문지를 개별 배정하는 흐름을 줄이고, 각자의 업무를 관리하면서 필요한 건을 이관하도록 바꿨습니다. 행정동 단위 관리도 반영했습니다.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22초. 모바일 중심으로 제공하던 서비스를 웹 환경으로 넓혔습니다. 보고서를 기기에서 내려받고 저장하는 흐름도 개선했습니다.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25초. 남은 일괄 등록과 시설물 데이터, 알림 기능을 마무리합니다. 이어서 전체 현장 업무를 시뮬레이션하고 담당자 의견과 테스트 결과를 반영해 출시를 준비하겠습니다.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1분 30초 시연. 방문지를 등록하고 경로를 최적화한 뒤 현장 업무를 처리합니다. 보고서를 확인하고 그룹 업무 관리 화면으로 마무리합니다.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d8625da6d4f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8319558084f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e30a7393f4f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7644df5104d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4e3b2f32e141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521c25bcd4b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43D614-2408-4284-8EB1-787A6D7AFB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62EB01-2CA7-4074-B67F-27A8F79312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B40BC21-2F73-487B-B879-21E244E746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3C0B9F-9486-48B4-BC69-69AC95E10E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2BB434-E2FD-4D91-8FA2-F4E193DBE2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4C7634-6DBE-4ECB-9F73-5DB2668048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73A86A-2003-463E-B29B-A4D513E737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50FF4F-45C6-4338-84B1-1619915502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599E3A-8425-454A-ADE2-2B25A76821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60637E-0C8E-4E8C-8323-2AD6959041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7503eafc524ff4" /><Relationship Type="http://schemas.openxmlformats.org/officeDocument/2006/relationships/slideLayout" Target="/ppt/slideLayouts/slideLayout1.xml" Id="Rab0c626616724359" /><Relationship Type="http://schemas.openxmlformats.org/officeDocument/2006/relationships/slideLayout" Target="/ppt/slideLayouts/slideLayout2.xml" Id="R3bb3e485b8704711" /><Relationship Type="http://schemas.openxmlformats.org/officeDocument/2006/relationships/slideLayout" Target="/ppt/slideLayouts/slideLayout3.xml" Id="R405fac6f42d64a77" /><Relationship Type="http://schemas.openxmlformats.org/officeDocument/2006/relationships/slideLayout" Target="/ppt/slideLayouts/slideLayout4.xml" Id="R3813adf99a564d4b" /><Relationship Type="http://schemas.openxmlformats.org/officeDocument/2006/relationships/slideLayout" Target="/ppt/slideLayouts/slideLayout5.xml" Id="Ra3a9f08a5e284525" /><Relationship Type="http://schemas.openxmlformats.org/officeDocument/2006/relationships/slideLayout" Target="/ppt/slideLayouts/slideLayout6.xml" Id="R2edd4e7fa1894a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0c626616724359"/>
    <p:sldLayoutId xmlns:r="http://schemas.openxmlformats.org/officeDocument/2006/relationships" id="2147483650" r:id="R3bb3e485b8704711"/>
    <p:sldLayoutId xmlns:r="http://schemas.openxmlformats.org/officeDocument/2006/relationships" id="2147483651" r:id="R405fac6f42d64a77"/>
    <p:sldLayoutId xmlns:r="http://schemas.openxmlformats.org/officeDocument/2006/relationships" id="2147483652" r:id="R3813adf99a564d4b"/>
    <p:sldLayoutId xmlns:r="http://schemas.openxmlformats.org/officeDocument/2006/relationships" id="2147483653" r:id="Ra3a9f08a5e284525"/>
    <p:sldLayoutId xmlns:r="http://schemas.openxmlformats.org/officeDocument/2006/relationships" id="2147483654" r:id="R2edd4e7fa1894a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f553ebb6fb42a6" /><Relationship Type="http://schemas.openxmlformats.org/officeDocument/2006/relationships/notesSlide" Target="/ppt/notesSlides/notesSlide1.xml" Id="R0b245e30905240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a5cfa2d8541d7" /><Relationship Type="http://schemas.openxmlformats.org/officeDocument/2006/relationships/notesSlide" Target="/ppt/notesSlides/notesSlide2.xml" Id="R342a712665324b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3f6dc785e34e3e" /><Relationship Type="http://schemas.openxmlformats.org/officeDocument/2006/relationships/notesSlide" Target="/ppt/notesSlides/notesSlide3.xml" Id="R065aee660f5543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5fbc478304164" /><Relationship Type="http://schemas.openxmlformats.org/officeDocument/2006/relationships/notesSlide" Target="/ppt/notesSlides/notesSlide4.xml" Id="R357fb3b8b3b946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5eee90196148c8" /><Relationship Type="http://schemas.openxmlformats.org/officeDocument/2006/relationships/notesSlide" Target="/ppt/notesSlides/notesSlide5.xml" Id="Rcb00bc99d64548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fa66b96d294f34" /><Relationship Type="http://schemas.openxmlformats.org/officeDocument/2006/relationships/notesSlide" Target="/ppt/notesSlides/notesSlide6.xml" Id="Rb8d659dc35cb4c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6387c90c84263" /><Relationship Type="http://schemas.openxmlformats.org/officeDocument/2006/relationships/notesSlide" Target="/ppt/notesSlides/notesSlide7.xml" Id="R665004878bab49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119b204274628" /><Relationship Type="http://schemas.openxmlformats.org/officeDocument/2006/relationships/notesSlide" Target="/ppt/notesSlides/notesSlide8.xml" Id="R5753e356278044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65a2c879fc472a" /><Relationship Type="http://schemas.openxmlformats.org/officeDocument/2006/relationships/notesSlide" Target="/ppt/notesSlides/notesSlide9.xml" Id="R91a834acd2d647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b724ab3dc445e2" /><Relationship Type="http://schemas.openxmlformats.org/officeDocument/2006/relationships/notesSlide" Target="/ppt/notesSlides/notesSlide10.xml" Id="R47cd45bb3bb543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fdf772dd54b7d" /><Relationship Type="http://schemas.openxmlformats.org/officeDocument/2006/relationships/notesSlide" Target="/ppt/notesSlides/notesSlide11.xml" Id="R0cb722342fe84c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34ac35fb9845d7" /><Relationship Type="http://schemas.openxmlformats.org/officeDocument/2006/relationships/notesSlide" Target="/ppt/notesSlides/notesSlide12.xml" Id="R845a2ec839bc41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a9e4acf5324e2c" /><Relationship Type="http://schemas.openxmlformats.org/officeDocument/2006/relationships/notesSlide" Target="/ppt/notesSlides/notesSlide13.xml" Id="Rc1118817161943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a8a75538d436c" /><Relationship Type="http://schemas.openxmlformats.org/officeDocument/2006/relationships/notesSlide" Target="/ppt/notesSlides/notesSlide14.xml" Id="R2661d99e06b942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be570b478747c0" /><Relationship Type="http://schemas.openxmlformats.org/officeDocument/2006/relationships/notesSlide" Target="/ppt/notesSlides/notesSlide15.xml" Id="R63f64598adad47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6373286fef493c" /><Relationship Type="http://schemas.openxmlformats.org/officeDocument/2006/relationships/notesSlide" Target="/ppt/notesSlides/notesSlide16.xml" Id="R0a1d41cb541f4f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5685D-FE76-4FCD-B525-F88E19ED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8C8DF-B53F-4E2C-A40F-0D4055DB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58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PANG3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8470D-E666-4487-A739-B5B67C5F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889F9-8E38-49DD-9E3A-C5EE5163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2026년 2학기 중간발표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FC58C-FBC9-4F18-98DC-41DCD0BA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47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지도 기반 사하구 외근 도우미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B7D24-A5EF-4D34-A116-0771A01C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개발 성과 · 현장 피드백 · 개선 결과 · 향후 계획</a:t>
            </a:r>
          </a:p>
        </p:txBody>
      </p:sp>
    </p:spTree>
    <p:extLst>
      <p:ext uri="{BB962C8B-B14F-4D97-AF65-F5344CB8AC3E}">
        <p14:creationId xmlns:p14="http://schemas.microsoft.com/office/powerpoint/2010/main" val="11695508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67C28-47CC-41E7-A500-5A02C5D8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8B30F-9340-413A-BDF9-52860D3B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지도 기반 사하구 외근 도우미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1E239-C8E6-4B63-986D-478640F7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75A88-557A-4A04-851C-41E66D0D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서비스 소개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C5F9D-3B3C-4134-B1FA-DED47B67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ACC65-5669-4115-A72F-34FBA9D1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업무의 전 과정을 하나로 연결하는 통합 관리 서비스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4FC61-3525-4E0F-9F4F-B8CC918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2670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00787-CED3-4856-B544-AFE80772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방문지 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F68D5-705F-4A89-9911-712C7CF5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95550"/>
            <a:ext cx="32670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9093E-17D2-4B0D-8784-5A5FAB9D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67652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경로 최적화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9D204-1458-41A4-AB24-A3CDF539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32670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88E6B-2308-46C3-B03C-5F5388F5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업무 처리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5C1DD-7AC4-4757-A3DD-F69A2225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86175"/>
            <a:ext cx="32670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8BB61-3D06-4E4D-AA0C-5B3AF56B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67150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보고서 작성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6025B-3F89-418C-A6B9-FD99246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38275"/>
            <a:ext cx="25717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1C259-C122-42F6-9584-C9EBE2C2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909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지도 화면 삽입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74707-6804-4DCB-9E0A-917E5630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외근 계획  →  현장 방문  →  업무 처리  →  결과 보고</a:t>
            </a:r>
          </a:p>
        </p:txBody>
      </p:sp>
    </p:spTree>
    <p:extLst>
      <p:ext uri="{BB962C8B-B14F-4D97-AF65-F5344CB8AC3E}">
        <p14:creationId xmlns:p14="http://schemas.microsoft.com/office/powerpoint/2010/main" val="1904999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E63DCE-43E0-4D38-A264-4985F39E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803F3-4588-48AB-9A99-43A7E2CE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1학기 MVP 구현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B6FE9-5BDE-4DF1-9DB5-74C6DC1D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1CC4A-DD4D-4436-8391-61698E7E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1학기 구현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A2611-4530-465F-BF6B-0493381C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2652A-A201-472C-A48F-D160E85D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7D46F-FB90-4710-95FC-E0EA5551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25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64555-6C1B-437B-86CE-0622B1C4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0500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로그인 및 회원가입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48302-4D0B-4E71-AA09-D44B0960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8112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CD121-457E-4604-9DCB-37541FE9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525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4ABAE-0373-4214-9372-896FE11C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0500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지도 기반 방문지 추가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E5482-74B2-4090-BFD5-B73A4AE2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8112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6E0A5-C40D-4BC0-854C-C989FB14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525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E22E4-7195-4400-8896-553BEA3F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0500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목적지 리스트 관리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B6FE4-B387-4839-A119-2F70E3D9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D98A7-989F-4615-AECC-4467830E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05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6B31E4-628B-47B6-BD9C-AD7D5B3F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575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다중 목적지 경로 최적화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7238CD-4A7E-4D9D-B38D-BF5B41DA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D489C-F8C1-40FF-BC71-35AA4A5D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05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62E7BB-30DB-4E5B-BEC9-C952D355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575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차량·도보 경로 안내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846DFA-1F68-4417-9A4F-8CE3E0EC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33700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F4123-6119-4001-867D-1074A899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051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726B3-1BB8-44AA-93C2-756A558F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575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도착 후 작업 시작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FF440-624A-442D-BF9E-D3DD4364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9FEA0-597A-4DDC-A184-FCA96845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57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34F241-0349-4DF2-A87F-5289BFF3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015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작업 상태 실시간 변경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EB9E7D-CC9B-4FCA-8C23-0D7BB694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8627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2F8EFA-553D-4F27-BC53-BB77D458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57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C6CC0B-1F07-43F8-819C-C46414A6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1015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사진·메모 입력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56B1A5-5193-4802-85AD-169D0205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86275"/>
            <a:ext cx="3486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FEDFC9-C81E-483F-AE7B-36741B2D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657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EB7444-6645-436D-B57D-D596CACD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10150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보고서 생성</a:t>
            </a:r>
          </a:p>
        </p:txBody>
      </p:sp>
    </p:spTree>
    <p:extLst>
      <p:ext uri="{BB962C8B-B14F-4D97-AF65-F5344CB8AC3E}">
        <p14:creationId xmlns:p14="http://schemas.microsoft.com/office/powerpoint/2010/main" val="1527718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E19704-D57D-422E-9FAD-D0C604EB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76736-B8EF-4F6A-A0DE-2AE23F63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2학기 주요 개발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CB5DC-F11C-43C1-BC08-720EB358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12BB5-633D-4A2C-AA4D-8BD3D697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8월부터 10월까지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F553F-5C98-4326-90BC-4DF2507A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9244F-E665-43F8-9459-0D0F8C1C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486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919FF-4610-4C94-AA5B-FA8B930F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335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8월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F1A8A-5D2F-4D73-9D91-D9E6F2EA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193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기록 기능 고도화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9FAD6-4750-4AE8-A418-09F06A04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670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BEBFA-C70E-446F-894D-3A8BB3D5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90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F3A2D-00C4-4637-88EB-203F0F90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86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사진 편집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80F68-F9A1-4D73-BD9F-C1BAA698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62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32E81-0E3F-459F-95DD-41F424C8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576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위치도 편집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44046-4CC3-4AFA-8CA8-070432CF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33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9DD3D-97D9-4897-B570-6E028ABA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29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음성 입력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9794F-5808-454C-9E1F-578C6784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85900"/>
            <a:ext cx="3486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075B34-BA4C-4F13-9778-6078D242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335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9월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2B082-F251-4295-9013-36E94412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193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그룹 협업 및 업무 관리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A01D1-CFB0-46D1-85F3-398DC956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670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55DF3-16AD-4694-9B4B-D66137CD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90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1B64A-50C3-43C0-B19F-EB943BE1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86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그룹 생성·초대·업무 관리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C5FBFE-51F2-4756-B578-7783FE92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62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69644-BBA8-4F0E-A4BD-849B6607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576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행정동 경계·업무 현황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C2D651-8742-44C2-A093-F96EA546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33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00B7AF-7A48-4A96-AEAD-2CA03DEB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29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대시보드·업무 데이터 관리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F92FA0-C475-43CF-800E-A327B240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85900"/>
            <a:ext cx="3486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A2EC1E-67CD-45E4-9F33-95D3B692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7335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10월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B7F8C3-93AB-40F7-8D27-E9D71F2A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41935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경로 안내 및 서비스 개선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080E6B-01FC-419A-B4B9-7D85DE94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2670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DFDA6-2263-4EDB-B27E-BDB76AED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590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1CF17C-10CE-453E-BF1D-010CA913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486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경로 안내 개선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728607-F30E-48E6-A163-2270055F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162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C6DFFB-84AB-4AA9-AB46-44FACF8A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0576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공공데이터 연동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CD71A9-958F-4B5F-A534-18E9121D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733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3EF065-1C1E-4D72-BEFB-F918FDA6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629150"/>
            <a:ext cx="283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UI/UX 개선</a:t>
            </a:r>
          </a:p>
        </p:txBody>
      </p:sp>
    </p:spTree>
    <p:extLst>
      <p:ext uri="{BB962C8B-B14F-4D97-AF65-F5344CB8AC3E}">
        <p14:creationId xmlns:p14="http://schemas.microsoft.com/office/powerpoint/2010/main" val="13823331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054BF5-62C4-4A5A-B328-BE06917B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2DD41-9FAB-4F99-80C8-BB45D059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8월 — 현장 기록 기능 고도화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EA762-868C-4212-AF0F-478333D1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1BEDB-1365-4F39-9D43-C6BE90B2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2학기 개발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22A3D-919C-4617-9AB9-BA33B2AF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A2A42-3C29-417D-ABF0-7B351816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사진 편집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19445-D2C9-4E28-B18B-D8BD2997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52C22-F317-4FC5-B6A9-6943BF94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9D2F8-DB70-4F95-AB88-12060269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사진 회전·크롭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A32C2-A0FE-40CB-8964-591801CA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8DA1B-1BE0-4CFD-ACC7-1581A119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빨간펜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EBF4C-D23D-4CF4-AF18-33C9515B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B11A0-F97C-4E42-831D-F1B1633D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14E37-B320-4F4B-908E-FCD24C19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위치도 편집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BA94F-D510-4F01-8444-562EF797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0C910-DDDF-4AC8-8F8C-9F3B2768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7FF21-BD18-414E-A697-0B277B12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위치도 수정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52803-20FF-461F-89E4-0433B306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F8E76-DDEA-44A5-876B-644C9060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문제 위치 표시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5C0E9-52F6-4439-A527-7A8541D3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11F22-8F98-4091-8CD5-E02851F6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C1C69-F7CA-41FA-987C-929E399A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음성 입력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DFFA92-F878-4D2F-A5E9-EB6BFC33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60DF9E-6284-49FB-AF4B-45C4F837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20F818-0F16-4040-BBAF-01F5F0ED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음성 인식 기반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8D8B1E-019A-4D20-833D-43D09C0C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51982F-A76A-4C56-A107-A9F7D5E1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현장 메모 입력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C07185-91B4-4951-891C-77758349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FA8410-784B-4972-8FB7-CAEEB62A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</p:spTree>
    <p:extLst>
      <p:ext uri="{BB962C8B-B14F-4D97-AF65-F5344CB8AC3E}">
        <p14:creationId xmlns:p14="http://schemas.microsoft.com/office/powerpoint/2010/main" val="17828702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D41CF7-20B3-4D05-BDEA-1EB17D9A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4F90B-7565-4E0E-AF6A-AF302D5B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9월 — 그룹 협업 및 업무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3EE97-4D72-412A-86F2-590FE76B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0ECBA-16D5-4C92-B39B-45FB1208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2학기 개발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7FBF6-7E63-4141-B1BC-0A76E062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AE1CB-43C1-4D88-AE9A-75B36B7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그룹 생성·업무 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4A0A3-5CC5-45BD-821A-1C313AB8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5B85B-2EB7-46B6-A9F3-231BF708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129CB-030C-404E-BC28-ED0223A4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구성원 초대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C111C-A09C-4A86-B943-54F0C860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BC988-2812-4B8F-A5A2-8121B1C4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방문지 배정·업무 이관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ACDB6-AEC3-421D-AAF3-4642053A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39768-4FDA-47A9-B6F6-D4243DB4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70747-71CD-4016-9871-B01EB143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행정동·업무 현황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AB114-75A8-4866-A205-CC49DC88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236EB-CB39-45CE-8E7B-76C2B044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739A2-E25E-4024-B855-ECF6A385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SGIS 행정동 경계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DC308-028F-4C8C-8B07-DA3C811C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9AA46-8A70-4D48-A462-54FCEB01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개인·그룹별 현황 지도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EF4862-F96B-4843-B381-94DB5AA1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D80A4-28F9-49DB-BB58-CEB22520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C3B2BC-C172-4DD3-98D8-35BEB437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대시보드·데이터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E7A3D-BDA4-49A5-8EDC-C7785942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6E58D5-8ED8-4A59-9F55-059DAB96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6D7067-F417-4843-ACB2-4F486828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개인·그룹별 업무 현황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F6C2AE-3AC2-43D0-8E5C-FCCB3E9B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80F8F0-30ED-4A07-9857-CE021E58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완료 기록·업무 데이터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087930-453D-4D54-B2B3-32ACF653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E49BF2-39FD-47CD-954C-38B36D27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</p:spTree>
    <p:extLst>
      <p:ext uri="{BB962C8B-B14F-4D97-AF65-F5344CB8AC3E}">
        <p14:creationId xmlns:p14="http://schemas.microsoft.com/office/powerpoint/2010/main" val="7029952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BCB29B-CE00-441A-B662-A554AF62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27785-8433-413C-ABA1-65869595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10월 — 경로 안내 및 서비스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283BC-E2C3-40EE-9F0D-AC0FD173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B2DC3-0797-478A-B821-5DE0A5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2학기 개발 성과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E28DF-0CC7-4E53-91C6-1E3B1B23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67968-AD7F-4858-98D2-705E2892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경로 안내 개선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27D87-51B0-4A41-AED1-C1889832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FD0D6-35D6-4FB1-9CA4-1211544A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C6060-4AC3-4992-98C3-7A1EF8F9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Kakao 도보 경로 연동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DE6EC-7494-44D4-A74D-594EF4F7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D983A-1B8E-455F-8C78-75F0983C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출입구 기반 도착 지점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E0653-624D-4033-B2D6-6B07AD66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010DE-0191-4149-9CF7-4F24D0C4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38BC4-DB8D-4E11-A06B-809D4122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공공데이터 연동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7C38E-9BA2-4B57-BA27-2CA4FD4E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2589C-2578-4408-A146-EF01C75D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E9668-3F98-41C8-A205-EF716558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버스 정류장·AED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7E8D3-50DB-4977-A621-6AFD6758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DD3A0-186F-450C-8CDA-B33930DF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부산 건물 출입구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31B86-FCF1-4B50-8AD4-3944D38D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68116F-F6F2-4BD1-9C7C-4FBB0821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1C25D-2092-4097-8859-C75B4BDC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UI/UX 개선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36C714-0348-400C-AFE7-751CF10C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1F093-610E-476A-9FF7-70923C56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EBF0E2-EE0C-48F4-B76B-FC2B182D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764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지도 중심 화면 개편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79BF2E-9BB9-412A-8E75-09601133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3A8BE6-9367-416D-9631-0F65041F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등록·현장 작업 흐름 개선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217806-094B-4B38-BF6D-43AEADDC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289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EED15D-8944-455F-A5DD-C01203D1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24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앱 화면 삽입</a:t>
            </a:r>
          </a:p>
        </p:txBody>
      </p:sp>
    </p:spTree>
    <p:extLst>
      <p:ext uri="{BB962C8B-B14F-4D97-AF65-F5344CB8AC3E}">
        <p14:creationId xmlns:p14="http://schemas.microsoft.com/office/powerpoint/2010/main" val="16599038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C9B7E-766E-444B-8E64-5384CDDF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36899-9572-452D-B34A-41131298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사하구청 현장 미팅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E2438-F7EF-437E-BBA6-F3E1CCDC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256C8-5053-43B5-8219-0F195CC7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2026년 10월 1일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86B3F-0713-44EE-AC9F-163FE735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5EC3E-1FE9-4DEB-AEFE-13550933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담당자의 의견을 들었습니다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DD1A2-4F9E-4C89-9A8A-C6C6301A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2197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9D3BD-9535-4059-908D-CD1E7662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9963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현장 미팅 사진 삽입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93A48-2064-4467-8858-0F480457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52625"/>
            <a:ext cx="52197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CBB38-A2B1-4E79-A26A-ED86BC92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9963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현장 미팅 사진 삽입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4BCC0-B2EC-4EF1-B660-2BF6D101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이 자리에서 확인한 6가지 주요 피드백</a:t>
            </a:r>
          </a:p>
        </p:txBody>
      </p:sp>
    </p:spTree>
    <p:extLst>
      <p:ext uri="{BB962C8B-B14F-4D97-AF65-F5344CB8AC3E}">
        <p14:creationId xmlns:p14="http://schemas.microsoft.com/office/powerpoint/2010/main" val="13667633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2B9CB9-9D76-4D8B-968C-13C376E2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4E198-77C6-4CEA-A70E-AA08ACD0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사하구청 현장 미팅 주요 피드백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EBAAE-2676-4B71-BA36-DD8A0CC2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3071E-570F-4582-9E16-733F2C8C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2026년 10월 1일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872D4-F443-4B74-B3FA-33D7C501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B1104-CC2C-4574-B40B-C7B7DF36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8F50F-E417-4601-9D69-9A1B046F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98E3A-0B11-4E55-BD16-C0CC2712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66850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UI/UX 간소화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9E11B-0917-44EF-B0DD-C00AC55C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클릭 감소 · 지도 중심 · 위도·경도 제거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18770-B808-4370-BB62-58F0E327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304925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23A3E-9483-401E-8A86-DC2E2421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668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34410-EDE5-4D36-87D4-4E3AC8CE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466850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위치 등록 정확도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98587-6C52-4EA2-9A1A-30E03D83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0500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터치 즉시 지정 한계 · 핀 위치 정밀 조정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BAAD8-6E68-4EAD-995B-795880DE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7BC58-4169-4DA0-9634-33DC5E73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5613B-0A33-4098-9FCB-539E9F1D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그룹·업무 협업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F1950-70DA-4C4F-AED2-91DA70B6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팀장 중심 배정 축소 · 개인 관리</a:t>
            </a:r>
          </a:p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지역별 업무 이관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BDFF2-5BAA-42CE-8187-F7C450D6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781300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63495-2010-495A-8A86-2649A1DB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43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7DA83-5E15-42DA-8B82-A904F66E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943225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일괄 등록·공유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C0274E-7AF0-41B7-AA90-8CCFAD82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813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엑셀 일괄 등록 · 사진 위치정보 활용</a:t>
            </a:r>
          </a:p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업무 데이터 가져오기·내보내기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37A487-5194-4C61-98EC-1A109518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6E296F-38DD-4258-B0AE-6303B2CF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C7584-BD64-4616-983E-42553118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공공데이터 한계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E15895-74A5-4D8A-ADC5-349D027D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제설함·아파트 내부 시설물 위치데이터 부족</a:t>
            </a:r>
          </a:p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사하구청 정비 후 활용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95C2C-1318-499C-AAF8-F06F291D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57675"/>
            <a:ext cx="5219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2A8DCF-10E1-4F51-94A6-8EEFF010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19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6D1369-00EA-4B98-BC62-94B36BCA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419600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플랫폼·저장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5D9727-5107-4E44-86E4-AE840488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577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모바일·웹 · 외부 서버 저장 최소화</a:t>
            </a:r>
          </a:p>
          <a:p xmlns:a="http://schemas.openxmlformats.org/drawingml/2006/main">
            <a:pPr algn="l">
              <a:def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보고서 로컬 다운로드·저장</a:t>
            </a:r>
          </a:p>
        </p:txBody>
      </p:sp>
    </p:spTree>
    <p:extLst>
      <p:ext uri="{BB962C8B-B14F-4D97-AF65-F5344CB8AC3E}">
        <p14:creationId xmlns:p14="http://schemas.microsoft.com/office/powerpoint/2010/main" val="20194996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43B285-57A3-42CD-A7C5-B6A145A6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6B770-D9DA-44F7-A4A6-121DB396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현황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83863-017F-4365-8FA0-88C3F612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85667-F2D5-42E4-AEC4-364752AC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O 해결 · △ 진행 중 · X 미해결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FB5BC-D3B2-4E51-9314-72CFA44B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900ED-B1EF-4E51-B583-29B79A4C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34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3EDA4-3875-4E9E-B29A-496E8802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현장 피드백 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9B940-02F5-43FC-BFA5-54DF105E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049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1BEC2-EC0D-47E4-B2EE-9B7ECA58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3A6E1-61A1-4898-AFE1-1AA501A0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UI/UX 간소화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32CEB-EC4A-4DF2-B4D7-736DC6F2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4312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408B5-6877-4461-A3E1-A3426E8C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1E3FC-7C4A-4219-90FE-7ACBC734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위치 등록 정확도 개선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66C01-E78D-4717-8C89-63A23AAA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717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D34C3-401B-43C6-81D7-92953473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9FE4C-5AD1-40BD-B578-7A068FC4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그룹 및 업무 협업 개선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582B2-4E77-4849-A3B7-283A818D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0042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FCC66-5E82-43FF-9F1F-C3890F86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DF04D-F1EF-4250-A024-31D4E9CC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방문지 일괄 등록 및 공유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9A9F4-72E4-4568-B7C8-02623FC4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290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rPr>
              <a:t>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CF0723-456D-40D3-80E2-2C676945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2F6021-E4AB-4356-8C54-061EF0A0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공공데이터의 한계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0F8B5-833E-4686-AA2D-62F55280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5772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9A5252"/>
                </a:solidFill>
                <a:latin typeface="Malgun Gothic"/>
                <a:ea typeface="Malgun Gothic"/>
                <a:cs typeface="Malgun Gothic"/>
              </a:rPr>
              <a:t>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B00B2E-DFF2-496A-8FCE-12B54C1C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11FA0-D18F-4328-AD8F-AAC923B6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플랫폼 및 저장 방식 개선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EED8C8-3832-42AE-8A46-870C67BB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8637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440886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97A4A-F42C-4380-81D7-6C67CDF1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B01A7-E52A-4BE6-BBDB-6319F856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① UI/UX 간소화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D5D41-B451-4B26-9F25-4C10A71B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7B4BD-52A1-4299-9EBE-927ACEA4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사하구청 현장 피드백 반영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EF6B4-31D9-4FF5-98AE-FD4AD4E1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620B5-EE30-4920-893E-3D0E1CC2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F7635-879C-45A4-A2AD-E23A95BB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92A2F-D3AC-46E9-B113-F3031575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BDB8D-5928-4A01-9F56-9E304D68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5EF91-D430-4934-9EB5-F11528C5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30109-C1A3-4D3B-A7E4-BFE29885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2E859-C34E-4DDA-B06D-FA00413D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57B36-E0F0-4A65-B08C-054CA357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73DB5-749B-4BB5-A7EF-E3505C8F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6229C-DCCC-4E05-AD88-A2514024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복잡한 화면 이동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54258-FA12-482E-B47F-FEC84454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0E817-72B0-4D5C-AE19-77CF2687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여러 단계의 업무 등록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5559A0-9151-4555-BFE3-E867A01F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482C4-6B6C-410C-BD41-DFB9398A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로그인 후 지도 중심 화면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B5DBB-7697-46A5-9AF5-BBAA5F70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F8B9FB-528C-425D-90A6-0B033B35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간소화된 업무 처리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DA8194-1509-401F-B839-0AAB0265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05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D2409-1CEE-422A-A7B5-438B751C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0070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위도·경도 정보 제거</a:t>
            </a:r>
          </a:p>
        </p:txBody>
      </p:sp>
    </p:spTree>
    <p:extLst>
      <p:ext uri="{BB962C8B-B14F-4D97-AF65-F5344CB8AC3E}">
        <p14:creationId xmlns:p14="http://schemas.microsoft.com/office/powerpoint/2010/main" val="7479238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1C3EE-D05E-42C6-9802-BDAF5AA0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AD19C-DF00-4CD3-A14A-A0B052F8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② 위치 등록 정확도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97D4C-7C92-4C51-A2D1-A5CF225F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2CF18-3998-4D78-83FA-0A169DAB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사하구청 현장 피드백 반영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1365A-6ABD-4571-B91E-C990476D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F970D-9B4A-479C-B86C-0E84DB55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82515-D31C-436C-865F-1BF7F9A9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1627B-5724-4D7B-8C71-EC068F3E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02BFB-278A-4ADC-9824-33066FEC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D01E9-6327-4057-A85B-A89AC189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3DDB0-4BA2-4323-A917-7D52DD6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00665-2B7C-4126-850E-5684B3B9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58863-2AFA-4A23-B766-5C0B7C2C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A507E-DD27-4C68-B89E-5B3333AF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1B21C-FFCE-4BB6-A9A2-56A53411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지도 터치 시 위치 즉시 지정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5CE6A-9194-4116-8F8F-C5E90F36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1BDA94-3A8C-4AB2-B8C2-C0899EF3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세부 위치 조정이 어려움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F4F4A-946C-4FE7-9013-A5B7599D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D5876-F3FC-44FA-BFEA-5402E89E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중앙 포인터로 위치 지정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9A13B-1D31-4CED-85F2-0E232E1B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828C00-E664-4A95-B6F5-A6D36C57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지도를 이동해 정밀하게 조정</a:t>
            </a:r>
          </a:p>
        </p:txBody>
      </p:sp>
    </p:spTree>
    <p:extLst>
      <p:ext uri="{BB962C8B-B14F-4D97-AF65-F5344CB8AC3E}">
        <p14:creationId xmlns:p14="http://schemas.microsoft.com/office/powerpoint/2010/main" val="6588792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114EE6-6F87-4F08-9AAD-12E3277A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96882-DABA-4502-933F-CA14E10F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③ 그룹 협업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51523-F5B0-4E57-9DFE-96C787DD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14081-CF40-4861-B21B-BC972CD7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사하구청 현장 피드백 반영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661A4-91F7-4554-B345-19DB9EAC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3804D-5BC1-48EE-A8D8-46226F7B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1CC39-5793-44C7-903D-F4816999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57BCB-812C-4736-ABE7-A7911595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668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2AC9D-39F3-4B34-863D-2545F583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2DB9D-84D0-47BC-B0ED-453BFB7D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CD0A2-E3E9-4119-94DA-28BED7BE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6B52F-6693-4E31-878B-97E9D584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095875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B40C4-78C1-4946-A671-134256CB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2788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영상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BCCEE-CA9D-41BF-90CA-7A09A5A8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DB227-0B96-4E4F-B09A-08F2CF44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팀장 중심 방문지 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E8564-008B-454D-A97B-531250A4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8193C-322E-4A3F-9A1C-65336BF2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팀장이 구성원에게 개별 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9657A-F615-43ED-8248-A2BA4F47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11D7F-5FFA-4E58-B326-A0027FBB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개인 중심 업무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93FCF-3B34-477E-8B83-01C0520E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12AD4F-8E13-4289-A635-9EC64AAB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05425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필요한 업무를 구성원에게 이관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A62836-6997-4C2B-9C79-E375AE74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05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76F20-89B8-430C-A3DE-A78E3D84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00700"/>
            <a:ext cx="490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행정동 단위 업무 관리</a:t>
            </a:r>
          </a:p>
        </p:txBody>
      </p:sp>
    </p:spTree>
    <p:extLst>
      <p:ext uri="{BB962C8B-B14F-4D97-AF65-F5344CB8AC3E}">
        <p14:creationId xmlns:p14="http://schemas.microsoft.com/office/powerpoint/2010/main" val="290388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FB5B1-0E2B-40EC-BA98-49107F83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45D6B-FA97-47F1-947D-19D95F80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현장 피드백 반영 ④ 플랫폼 및 저장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0FD65-997C-4E1D-A5B4-17F4E5F2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2931B-E1DC-4DAD-AF89-A6CF1D86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모바일 화면과 웹 화면 비교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86A72-0F8B-473C-A129-DC369DF3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EB5B6-1463-4FD1-8CAC-2233F2E3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E05D0-A0B4-4B26-A810-76AFB534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382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5211B-8892-425F-B761-638BE236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90700"/>
            <a:ext cx="23812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DA357-5FEB-4D48-B3F6-0F2A067F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4099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모바일 앱 사진 삽입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B44D2-67B8-4276-8327-F3D5362D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0958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9B02E-3832-4C7B-B045-712B27DD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95625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웹 실행 화면 삽입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D8395-3969-4960-A75C-70AD4AC6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모바일 중심 서비스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E077E-CC86-4A52-A605-E8183AC7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530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웹 환경으로 서비스 확장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B11FF-8370-421A-AE38-8AA4372F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8637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보고서 로컬 다운로드·저장 방식 개선</a:t>
            </a:r>
          </a:p>
        </p:txBody>
      </p:sp>
    </p:spTree>
    <p:extLst>
      <p:ext uri="{BB962C8B-B14F-4D97-AF65-F5344CB8AC3E}">
        <p14:creationId xmlns:p14="http://schemas.microsoft.com/office/powerpoint/2010/main" val="19176372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FCA460-136E-4845-AF93-26F94C17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4F6C6-2E96-4D9D-95C4-E0BA261A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기말발표까지의 개발 및 검증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4F77F-7D70-4B56-9451-6E3AEA8B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479B7-3D32-4489-B419-94B121DC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6E95C-9E4F-4395-9EAE-D120EC69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304A2-D0F2-44CA-BF28-4A113D29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5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2CCF5-FA76-4684-9D20-93B1AE3F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627CF-3B8A-465A-AB28-8524B7AA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9542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미완료 피드백 반영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3588B-40A5-4D4B-8895-499285A3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66900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일괄 등록·공유 · 공공시설물 데이터 · 알림 기능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F1C04-6375-4A59-B263-897D19A2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95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22AEB-195B-48D0-A654-2B8296F9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2A2FA-34BD-4BA9-87EC-E5CCA6DC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8605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실제 현장 업무 시뮬레이션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BD6FB-BB00-4705-A004-5E3040F4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57525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방문지 등록 · 경로 최적화 · 방문·처리 · 보고서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FCF56-130D-47B4-A45A-B9E0869D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501F4-6B71-4B44-9BF8-7CF183BC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9BC77-AC98-4CC3-968E-3C56B79A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7667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최종 피드백 반영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5185E-5A65-4400-A41C-9DBA45DC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48150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결과 점검 · 현장 담당자 피드백 · 오류·사용성 개선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5356F-209E-48AF-8624-DA1BFA39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5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5E2E7-D0CB-4F67-866E-3C8A3E97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C8D9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121C4-B2C2-4462-B1A6-299C2E95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673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앱 출시 준비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C39E48-676B-4D1C-BFFE-86722117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38775"/>
            <a:ext cx="957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384E"/>
                </a:solidFill>
                <a:latin typeface="Malgun Gothic"/>
                <a:ea typeface="Malgun Gothic"/>
                <a:cs typeface="Malgun Gothic"/>
              </a:rPr>
              <a:t>안정화 · 최종 테스트 · 배포 환경 점검</a:t>
            </a:r>
          </a:p>
        </p:txBody>
      </p:sp>
    </p:spTree>
    <p:extLst>
      <p:ext uri="{BB962C8B-B14F-4D97-AF65-F5344CB8AC3E}">
        <p14:creationId xmlns:p14="http://schemas.microsoft.com/office/powerpoint/2010/main" val="16564600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DF464-9D74-481A-89FE-383DA668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8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2143E-5D05-462A-BF07-9DF216B1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PANG3 실제 앱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0004C-3895-47F5-B487-59B796F9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2C9A6-697D-4676-93FC-C108495B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시연 시간 1분 30초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2026A-92DD-4A06-9BB8-F0525D9E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568E0-3427-4CE9-A619-646C26EC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04925"/>
            <a:ext cx="819150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F5FB1-0ED6-4A48-9F8A-2D2B438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76625"/>
            <a:ext cx="796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17589"/>
                </a:solidFill>
                <a:latin typeface="Malgun Gothic"/>
                <a:ea typeface="Malgun Gothic"/>
                <a:cs typeface="Malgun Gothic"/>
              </a:rPr>
              <a:t>시연 영상 또는 화면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42468-37FC-4F08-8F68-26D74BD9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8334E"/>
                </a:solidFill>
                <a:latin typeface="Malgun Gothic"/>
                <a:ea typeface="Malgun Gothic"/>
                <a:cs typeface="Malgun Gothic"/>
              </a:rPr>
              <a:t>방문지 등록   →   경로 최적화   →   현장 업무 처리   →   보고서 확인   →   그룹 업무 관리</a:t>
            </a:r>
          </a:p>
        </p:txBody>
      </p:sp>
    </p:spTree>
    <p:extLst>
      <p:ext uri="{BB962C8B-B14F-4D97-AF65-F5344CB8AC3E}">
        <p14:creationId xmlns:p14="http://schemas.microsoft.com/office/powerpoint/2010/main" val="304682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2026-10-08T14:10:52.9730000Z</dcterms:created>
  <dcterms:modified xsi:type="dcterms:W3CDTF">2026-10-08T14:10:52.9740000Z</dcterms:modified>
</coreProperties>
</file>